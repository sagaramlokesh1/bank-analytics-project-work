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9" r:id="rId1"/>
  </p:sldMasterIdLst>
  <p:notesMasterIdLst>
    <p:notesMasterId r:id="rId20"/>
  </p:notesMasterIdLst>
  <p:sldIdLst>
    <p:sldId id="271" r:id="rId2"/>
    <p:sldId id="285" r:id="rId3"/>
    <p:sldId id="284" r:id="rId4"/>
    <p:sldId id="283" r:id="rId5"/>
    <p:sldId id="282" r:id="rId6"/>
    <p:sldId id="264" r:id="rId7"/>
    <p:sldId id="276" r:id="rId8"/>
    <p:sldId id="277" r:id="rId9"/>
    <p:sldId id="278" r:id="rId10"/>
    <p:sldId id="279" r:id="rId11"/>
    <p:sldId id="281" r:id="rId12"/>
    <p:sldId id="286" r:id="rId13"/>
    <p:sldId id="288" r:id="rId14"/>
    <p:sldId id="289" r:id="rId15"/>
    <p:sldId id="287" r:id="rId16"/>
    <p:sldId id="290" r:id="rId17"/>
    <p:sldId id="291" r:id="rId18"/>
    <p:sldId id="292" r:id="rId19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14E0EB-95B2-429D-832A-8661E4707C18}" v="53" dt="2026-09-01T07:41:52.30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38" autoAdjust="0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81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ghana Reddy" userId="9a02bcfcf98532c8" providerId="LiveId" clId="{88CA86CB-004B-405D-8674-0122B2B16B36}"/>
    <pc:docChg chg="undo custSel addSld delSld modSld">
      <pc:chgData name="Meghana Reddy" userId="9a02bcfcf98532c8" providerId="LiveId" clId="{88CA86CB-004B-405D-8674-0122B2B16B36}" dt="2026-09-01T07:43:27.732" v="571" actId="2696"/>
      <pc:docMkLst>
        <pc:docMk/>
      </pc:docMkLst>
      <pc:sldChg chg="del">
        <pc:chgData name="Meghana Reddy" userId="9a02bcfcf98532c8" providerId="LiveId" clId="{88CA86CB-004B-405D-8674-0122B2B16B36}" dt="2026-09-01T06:58:18.631" v="119" actId="2696"/>
        <pc:sldMkLst>
          <pc:docMk/>
          <pc:sldMk cId="0" sldId="256"/>
        </pc:sldMkLst>
      </pc:sldChg>
      <pc:sldChg chg="modSp del mod">
        <pc:chgData name="Meghana Reddy" userId="9a02bcfcf98532c8" providerId="LiveId" clId="{88CA86CB-004B-405D-8674-0122B2B16B36}" dt="2026-09-01T06:56:18.703" v="105" actId="2696"/>
        <pc:sldMkLst>
          <pc:docMk/>
          <pc:sldMk cId="0" sldId="257"/>
        </pc:sldMkLst>
        <pc:spChg chg="mod">
          <ac:chgData name="Meghana Reddy" userId="9a02bcfcf98532c8" providerId="LiveId" clId="{88CA86CB-004B-405D-8674-0122B2B16B36}" dt="2026-09-01T06:46:53.333" v="13" actId="108"/>
          <ac:spMkLst>
            <pc:docMk/>
            <pc:sldMk cId="0" sldId="257"/>
            <ac:spMk id="4" creationId="{00000000-0000-0000-0000-000000000000}"/>
          </ac:spMkLst>
        </pc:spChg>
      </pc:sldChg>
      <pc:sldChg chg="del">
        <pc:chgData name="Meghana Reddy" userId="9a02bcfcf98532c8" providerId="LiveId" clId="{88CA86CB-004B-405D-8674-0122B2B16B36}" dt="2026-09-01T06:50:18.865" v="34" actId="2696"/>
        <pc:sldMkLst>
          <pc:docMk/>
          <pc:sldMk cId="0" sldId="260"/>
        </pc:sldMkLst>
      </pc:sldChg>
      <pc:sldChg chg="addSp modSp mod setBg">
        <pc:chgData name="Meghana Reddy" userId="9a02bcfcf98532c8" providerId="LiveId" clId="{88CA86CB-004B-405D-8674-0122B2B16B36}" dt="2026-09-01T06:59:57.269" v="130" actId="14100"/>
        <pc:sldMkLst>
          <pc:docMk/>
          <pc:sldMk cId="0" sldId="264"/>
        </pc:sldMkLst>
        <pc:spChg chg="mod ord">
          <ac:chgData name="Meghana Reddy" userId="9a02bcfcf98532c8" providerId="LiveId" clId="{88CA86CB-004B-405D-8674-0122B2B16B36}" dt="2026-09-01T06:59:57.269" v="130" actId="14100"/>
          <ac:spMkLst>
            <pc:docMk/>
            <pc:sldMk cId="0" sldId="264"/>
            <ac:spMk id="3" creationId="{00000000-0000-0000-0000-000000000000}"/>
          </ac:spMkLst>
        </pc:spChg>
        <pc:spChg chg="mod">
          <ac:chgData name="Meghana Reddy" userId="9a02bcfcf98532c8" providerId="LiveId" clId="{88CA86CB-004B-405D-8674-0122B2B16B36}" dt="2026-09-01T06:59:40.308" v="129" actId="1076"/>
          <ac:spMkLst>
            <pc:docMk/>
            <pc:sldMk cId="0" sldId="264"/>
            <ac:spMk id="5" creationId="{31C3356D-6406-85C9-98A4-336FDA6AEC21}"/>
          </ac:spMkLst>
        </pc:spChg>
        <pc:spChg chg="add">
          <ac:chgData name="Meghana Reddy" userId="9a02bcfcf98532c8" providerId="LiveId" clId="{88CA86CB-004B-405D-8674-0122B2B16B36}" dt="2026-09-01T06:46:24.122" v="12" actId="26606"/>
          <ac:spMkLst>
            <pc:docMk/>
            <pc:sldMk cId="0" sldId="264"/>
            <ac:spMk id="14" creationId="{7BA5DE79-30D1-4A10-8DB9-0A6E523A9723}"/>
          </ac:spMkLst>
        </pc:spChg>
        <pc:spChg chg="add">
          <ac:chgData name="Meghana Reddy" userId="9a02bcfcf98532c8" providerId="LiveId" clId="{88CA86CB-004B-405D-8674-0122B2B16B36}" dt="2026-09-01T06:46:24.122" v="12" actId="26606"/>
          <ac:spMkLst>
            <pc:docMk/>
            <pc:sldMk cId="0" sldId="264"/>
            <ac:spMk id="16" creationId="{9ABD0D63-D23F-4AE7-8270-4185EF9C1C25}"/>
          </ac:spMkLst>
        </pc:spChg>
        <pc:spChg chg="add">
          <ac:chgData name="Meghana Reddy" userId="9a02bcfcf98532c8" providerId="LiveId" clId="{88CA86CB-004B-405D-8674-0122B2B16B36}" dt="2026-09-01T06:46:24.122" v="12" actId="26606"/>
          <ac:spMkLst>
            <pc:docMk/>
            <pc:sldMk cId="0" sldId="264"/>
            <ac:spMk id="18" creationId="{D5B0B43F-2CE7-4C6C-BABC-EE342B32827C}"/>
          </ac:spMkLst>
        </pc:spChg>
        <pc:spChg chg="add">
          <ac:chgData name="Meghana Reddy" userId="9a02bcfcf98532c8" providerId="LiveId" clId="{88CA86CB-004B-405D-8674-0122B2B16B36}" dt="2026-09-01T06:46:24.122" v="12" actId="26606"/>
          <ac:spMkLst>
            <pc:docMk/>
            <pc:sldMk cId="0" sldId="264"/>
            <ac:spMk id="20" creationId="{85459F07-63F9-48CF-B725-A873C4BC3650}"/>
          </ac:spMkLst>
        </pc:spChg>
        <pc:spChg chg="add">
          <ac:chgData name="Meghana Reddy" userId="9a02bcfcf98532c8" providerId="LiveId" clId="{88CA86CB-004B-405D-8674-0122B2B16B36}" dt="2026-09-01T06:46:24.122" v="12" actId="26606"/>
          <ac:spMkLst>
            <pc:docMk/>
            <pc:sldMk cId="0" sldId="264"/>
            <ac:spMk id="24" creationId="{8F3CF990-ACB8-443A-BB74-D36EC8A00B02}"/>
          </ac:spMkLst>
        </pc:spChg>
        <pc:spChg chg="add">
          <ac:chgData name="Meghana Reddy" userId="9a02bcfcf98532c8" providerId="LiveId" clId="{88CA86CB-004B-405D-8674-0122B2B16B36}" dt="2026-09-01T06:46:24.122" v="12" actId="26606"/>
          <ac:spMkLst>
            <pc:docMk/>
            <pc:sldMk cId="0" sldId="264"/>
            <ac:spMk id="26" creationId="{2601900C-265D-4146-A578-477541E3DF28}"/>
          </ac:spMkLst>
        </pc:spChg>
        <pc:spChg chg="add">
          <ac:chgData name="Meghana Reddy" userId="9a02bcfcf98532c8" providerId="LiveId" clId="{88CA86CB-004B-405D-8674-0122B2B16B36}" dt="2026-09-01T06:46:24.122" v="12" actId="26606"/>
          <ac:spMkLst>
            <pc:docMk/>
            <pc:sldMk cId="0" sldId="264"/>
            <ac:spMk id="34" creationId="{41F8C064-2DC5-4758-B49C-76BFF64052AF}"/>
          </ac:spMkLst>
        </pc:spChg>
        <pc:spChg chg="add">
          <ac:chgData name="Meghana Reddy" userId="9a02bcfcf98532c8" providerId="LiveId" clId="{88CA86CB-004B-405D-8674-0122B2B16B36}" dt="2026-09-01T06:46:24.122" v="12" actId="26606"/>
          <ac:spMkLst>
            <pc:docMk/>
            <pc:sldMk cId="0" sldId="264"/>
            <ac:spMk id="36" creationId="{FBD68200-BC03-4015-860B-CD5C30CD76B8}"/>
          </ac:spMkLst>
        </pc:spChg>
      </pc:sldChg>
      <pc:sldChg chg="del">
        <pc:chgData name="Meghana Reddy" userId="9a02bcfcf98532c8" providerId="LiveId" clId="{88CA86CB-004B-405D-8674-0122B2B16B36}" dt="2026-08-31T12:13:33.883" v="0" actId="2696"/>
        <pc:sldMkLst>
          <pc:docMk/>
          <pc:sldMk cId="1857771783" sldId="268"/>
        </pc:sldMkLst>
      </pc:sldChg>
      <pc:sldChg chg="add del">
        <pc:chgData name="Meghana Reddy" userId="9a02bcfcf98532c8" providerId="LiveId" clId="{88CA86CB-004B-405D-8674-0122B2B16B36}" dt="2026-09-01T07:43:27.732" v="571" actId="2696"/>
        <pc:sldMkLst>
          <pc:docMk/>
          <pc:sldMk cId="1098182043" sldId="269"/>
        </pc:sldMkLst>
      </pc:sldChg>
      <pc:sldChg chg="addSp delSp modSp mod setBg">
        <pc:chgData name="Meghana Reddy" userId="9a02bcfcf98532c8" providerId="LiveId" clId="{88CA86CB-004B-405D-8674-0122B2B16B36}" dt="2026-09-01T06:58:13.056" v="118" actId="20577"/>
        <pc:sldMkLst>
          <pc:docMk/>
          <pc:sldMk cId="3457074621" sldId="271"/>
        </pc:sldMkLst>
        <pc:spChg chg="del mod">
          <ac:chgData name="Meghana Reddy" userId="9a02bcfcf98532c8" providerId="LiveId" clId="{88CA86CB-004B-405D-8674-0122B2B16B36}" dt="2026-09-01T06:54:28.949" v="74" actId="478"/>
          <ac:spMkLst>
            <pc:docMk/>
            <pc:sldMk cId="3457074621" sldId="271"/>
            <ac:spMk id="4" creationId="{C669DFEC-165B-5981-B540-C534C01D5FDE}"/>
          </ac:spMkLst>
        </pc:spChg>
        <pc:spChg chg="add del mod">
          <ac:chgData name="Meghana Reddy" userId="9a02bcfcf98532c8" providerId="LiveId" clId="{88CA86CB-004B-405D-8674-0122B2B16B36}" dt="2026-09-01T06:57:09.335" v="110" actId="478"/>
          <ac:spMkLst>
            <pc:docMk/>
            <pc:sldMk cId="3457074621" sldId="271"/>
            <ac:spMk id="5" creationId="{6833A242-1B5D-B4ED-4DC2-A074D2B18A3C}"/>
          </ac:spMkLst>
        </pc:spChg>
        <pc:spChg chg="del mod">
          <ac:chgData name="Meghana Reddy" userId="9a02bcfcf98532c8" providerId="LiveId" clId="{88CA86CB-004B-405D-8674-0122B2B16B36}" dt="2026-09-01T06:49:30.810" v="31" actId="478"/>
          <ac:spMkLst>
            <pc:docMk/>
            <pc:sldMk cId="3457074621" sldId="271"/>
            <ac:spMk id="6" creationId="{D992721D-F32A-5F7F-6552-D031937919AD}"/>
          </ac:spMkLst>
        </pc:spChg>
        <pc:spChg chg="add del mod">
          <ac:chgData name="Meghana Reddy" userId="9a02bcfcf98532c8" providerId="LiveId" clId="{88CA86CB-004B-405D-8674-0122B2B16B36}" dt="2026-09-01T06:56:59.973" v="108" actId="478"/>
          <ac:spMkLst>
            <pc:docMk/>
            <pc:sldMk cId="3457074621" sldId="271"/>
            <ac:spMk id="7" creationId="{9872A7E2-DE0F-0272-CF97-3B57CE990FB9}"/>
          </ac:spMkLst>
        </pc:spChg>
        <pc:spChg chg="add del mod">
          <ac:chgData name="Meghana Reddy" userId="9a02bcfcf98532c8" providerId="LiveId" clId="{88CA86CB-004B-405D-8674-0122B2B16B36}" dt="2026-09-01T06:53:21.978" v="65" actId="767"/>
          <ac:spMkLst>
            <pc:docMk/>
            <pc:sldMk cId="3457074621" sldId="271"/>
            <ac:spMk id="8" creationId="{F4598774-3F6A-6C0F-4C08-1A2B6423A1D9}"/>
          </ac:spMkLst>
        </pc:spChg>
        <pc:spChg chg="add del mod">
          <ac:chgData name="Meghana Reddy" userId="9a02bcfcf98532c8" providerId="LiveId" clId="{88CA86CB-004B-405D-8674-0122B2B16B36}" dt="2026-09-01T06:53:19.573" v="63" actId="767"/>
          <ac:spMkLst>
            <pc:docMk/>
            <pc:sldMk cId="3457074621" sldId="271"/>
            <ac:spMk id="9" creationId="{858C387A-1D1F-19D2-2669-66436491036D}"/>
          </ac:spMkLst>
        </pc:spChg>
        <pc:spChg chg="add del mod">
          <ac:chgData name="Meghana Reddy" userId="9a02bcfcf98532c8" providerId="LiveId" clId="{88CA86CB-004B-405D-8674-0122B2B16B36}" dt="2026-09-01T06:57:17.208" v="112" actId="478"/>
          <ac:spMkLst>
            <pc:docMk/>
            <pc:sldMk cId="3457074621" sldId="271"/>
            <ac:spMk id="10" creationId="{ADA5D797-11D7-5688-340B-F04A0D9B1AEC}"/>
          </ac:spMkLst>
        </pc:spChg>
        <pc:spChg chg="add mod">
          <ac:chgData name="Meghana Reddy" userId="9a02bcfcf98532c8" providerId="LiveId" clId="{88CA86CB-004B-405D-8674-0122B2B16B36}" dt="2026-09-01T06:58:13.056" v="118" actId="20577"/>
          <ac:spMkLst>
            <pc:docMk/>
            <pc:sldMk cId="3457074621" sldId="271"/>
            <ac:spMk id="14" creationId="{8C356DDD-697C-E3DF-30C3-53120FEAE321}"/>
          </ac:spMkLst>
        </pc:spChg>
        <pc:spChg chg="add">
          <ac:chgData name="Meghana Reddy" userId="9a02bcfcf98532c8" providerId="LiveId" clId="{88CA86CB-004B-405D-8674-0122B2B16B36}" dt="2026-09-01T06:48:29.305" v="21" actId="26606"/>
          <ac:spMkLst>
            <pc:docMk/>
            <pc:sldMk cId="3457074621" sldId="271"/>
            <ac:spMk id="15" creationId="{7BA5DE79-30D1-4A10-8DB9-0A6E523A9723}"/>
          </ac:spMkLst>
        </pc:spChg>
        <pc:spChg chg="add">
          <ac:chgData name="Meghana Reddy" userId="9a02bcfcf98532c8" providerId="LiveId" clId="{88CA86CB-004B-405D-8674-0122B2B16B36}" dt="2026-09-01T06:48:29.305" v="21" actId="26606"/>
          <ac:spMkLst>
            <pc:docMk/>
            <pc:sldMk cId="3457074621" sldId="271"/>
            <ac:spMk id="19" creationId="{D5B0B43F-2CE7-4C6C-BABC-EE342B32827C}"/>
          </ac:spMkLst>
        </pc:spChg>
        <pc:spChg chg="add">
          <ac:chgData name="Meghana Reddy" userId="9a02bcfcf98532c8" providerId="LiveId" clId="{88CA86CB-004B-405D-8674-0122B2B16B36}" dt="2026-09-01T06:48:29.305" v="21" actId="26606"/>
          <ac:spMkLst>
            <pc:docMk/>
            <pc:sldMk cId="3457074621" sldId="271"/>
            <ac:spMk id="21" creationId="{85459F07-63F9-48CF-B725-A873C4BC3650}"/>
          </ac:spMkLst>
        </pc:spChg>
        <pc:spChg chg="add">
          <ac:chgData name="Meghana Reddy" userId="9a02bcfcf98532c8" providerId="LiveId" clId="{88CA86CB-004B-405D-8674-0122B2B16B36}" dt="2026-09-01T06:48:29.305" v="21" actId="26606"/>
          <ac:spMkLst>
            <pc:docMk/>
            <pc:sldMk cId="3457074621" sldId="271"/>
            <ac:spMk id="23" creationId="{14B83E1E-DAC1-4851-84FF-D6FE1649DE0B}"/>
          </ac:spMkLst>
        </pc:spChg>
        <pc:spChg chg="add">
          <ac:chgData name="Meghana Reddy" userId="9a02bcfcf98532c8" providerId="LiveId" clId="{88CA86CB-004B-405D-8674-0122B2B16B36}" dt="2026-09-01T06:48:29.305" v="21" actId="26606"/>
          <ac:spMkLst>
            <pc:docMk/>
            <pc:sldMk cId="3457074621" sldId="271"/>
            <ac:spMk id="25" creationId="{8F3CF990-ACB8-443A-BB74-D36EC8A00B02}"/>
          </ac:spMkLst>
        </pc:spChg>
        <pc:spChg chg="add">
          <ac:chgData name="Meghana Reddy" userId="9a02bcfcf98532c8" providerId="LiveId" clId="{88CA86CB-004B-405D-8674-0122B2B16B36}" dt="2026-09-01T06:48:29.305" v="21" actId="26606"/>
          <ac:spMkLst>
            <pc:docMk/>
            <pc:sldMk cId="3457074621" sldId="271"/>
            <ac:spMk id="27" creationId="{2601900C-265D-4146-A578-477541E3DF28}"/>
          </ac:spMkLst>
        </pc:spChg>
        <pc:spChg chg="add">
          <ac:chgData name="Meghana Reddy" userId="9a02bcfcf98532c8" providerId="LiveId" clId="{88CA86CB-004B-405D-8674-0122B2B16B36}" dt="2026-09-01T06:48:29.305" v="21" actId="26606"/>
          <ac:spMkLst>
            <pc:docMk/>
            <pc:sldMk cId="3457074621" sldId="271"/>
            <ac:spMk id="37" creationId="{FBD68200-BC03-4015-860B-CD5C30CD76B8}"/>
          </ac:spMkLst>
        </pc:spChg>
        <pc:spChg chg="add">
          <ac:chgData name="Meghana Reddy" userId="9a02bcfcf98532c8" providerId="LiveId" clId="{88CA86CB-004B-405D-8674-0122B2B16B36}" dt="2026-09-01T06:48:29.305" v="21" actId="26606"/>
          <ac:spMkLst>
            <pc:docMk/>
            <pc:sldMk cId="3457074621" sldId="271"/>
            <ac:spMk id="39" creationId="{A0B5529D-5CAA-4BF2-B5C9-34705E7661F9}"/>
          </ac:spMkLst>
        </pc:spChg>
        <pc:graphicFrameChg chg="add del mod">
          <ac:chgData name="Meghana Reddy" userId="9a02bcfcf98532c8" providerId="LiveId" clId="{88CA86CB-004B-405D-8674-0122B2B16B36}" dt="2026-09-01T06:51:20.413" v="44" actId="478"/>
          <ac:graphicFrameMkLst>
            <pc:docMk/>
            <pc:sldMk cId="3457074621" sldId="271"/>
            <ac:graphicFrameMk id="3" creationId="{097FFB86-CC53-3CB1-0587-B64975CB9D71}"/>
          </ac:graphicFrameMkLst>
        </pc:graphicFrameChg>
      </pc:sldChg>
      <pc:sldChg chg="del">
        <pc:chgData name="Meghana Reddy" userId="9a02bcfcf98532c8" providerId="LiveId" clId="{88CA86CB-004B-405D-8674-0122B2B16B36}" dt="2026-09-01T06:54:09.938" v="72" actId="2696"/>
        <pc:sldMkLst>
          <pc:docMk/>
          <pc:sldMk cId="945215112" sldId="275"/>
        </pc:sldMkLst>
      </pc:sldChg>
      <pc:sldChg chg="addSp modSp mod setBg">
        <pc:chgData name="Meghana Reddy" userId="9a02bcfcf98532c8" providerId="LiveId" clId="{88CA86CB-004B-405D-8674-0122B2B16B36}" dt="2026-09-01T07:01:10.231" v="136" actId="1076"/>
        <pc:sldMkLst>
          <pc:docMk/>
          <pc:sldMk cId="3655962760" sldId="276"/>
        </pc:sldMkLst>
        <pc:spChg chg="mod ord">
          <ac:chgData name="Meghana Reddy" userId="9a02bcfcf98532c8" providerId="LiveId" clId="{88CA86CB-004B-405D-8674-0122B2B16B36}" dt="2026-09-01T07:01:10.231" v="136" actId="1076"/>
          <ac:spMkLst>
            <pc:docMk/>
            <pc:sldMk cId="3655962760" sldId="276"/>
            <ac:spMk id="3" creationId="{D2120013-66CA-1872-FCE6-EC94BE7B3357}"/>
          </ac:spMkLst>
        </pc:spChg>
        <pc:spChg chg="mod">
          <ac:chgData name="Meghana Reddy" userId="9a02bcfcf98532c8" providerId="LiveId" clId="{88CA86CB-004B-405D-8674-0122B2B16B36}" dt="2026-09-01T06:58:35.249" v="121" actId="14100"/>
          <ac:spMkLst>
            <pc:docMk/>
            <pc:sldMk cId="3655962760" sldId="276"/>
            <ac:spMk id="5" creationId="{E2A4B138-A062-C0F4-99AC-769D1DAD7697}"/>
          </ac:spMkLst>
        </pc:spChg>
        <pc:spChg chg="add">
          <ac:chgData name="Meghana Reddy" userId="9a02bcfcf98532c8" providerId="LiveId" clId="{88CA86CB-004B-405D-8674-0122B2B16B36}" dt="2026-09-01T06:47:32.100" v="14" actId="26606"/>
          <ac:spMkLst>
            <pc:docMk/>
            <pc:sldMk cId="3655962760" sldId="276"/>
            <ac:spMk id="14" creationId="{7BA5DE79-30D1-4A10-8DB9-0A6E523A9723}"/>
          </ac:spMkLst>
        </pc:spChg>
        <pc:spChg chg="add">
          <ac:chgData name="Meghana Reddy" userId="9a02bcfcf98532c8" providerId="LiveId" clId="{88CA86CB-004B-405D-8674-0122B2B16B36}" dt="2026-09-01T06:47:32.100" v="14" actId="26606"/>
          <ac:spMkLst>
            <pc:docMk/>
            <pc:sldMk cId="3655962760" sldId="276"/>
            <ac:spMk id="16" creationId="{9ABD0D63-D23F-4AE7-8270-4185EF9C1C25}"/>
          </ac:spMkLst>
        </pc:spChg>
        <pc:spChg chg="add">
          <ac:chgData name="Meghana Reddy" userId="9a02bcfcf98532c8" providerId="LiveId" clId="{88CA86CB-004B-405D-8674-0122B2B16B36}" dt="2026-09-01T06:47:32.100" v="14" actId="26606"/>
          <ac:spMkLst>
            <pc:docMk/>
            <pc:sldMk cId="3655962760" sldId="276"/>
            <ac:spMk id="18" creationId="{D5B0B43F-2CE7-4C6C-BABC-EE342B32827C}"/>
          </ac:spMkLst>
        </pc:spChg>
        <pc:spChg chg="add">
          <ac:chgData name="Meghana Reddy" userId="9a02bcfcf98532c8" providerId="LiveId" clId="{88CA86CB-004B-405D-8674-0122B2B16B36}" dt="2026-09-01T06:47:32.100" v="14" actId="26606"/>
          <ac:spMkLst>
            <pc:docMk/>
            <pc:sldMk cId="3655962760" sldId="276"/>
            <ac:spMk id="22" creationId="{14B83E1E-DAC1-4851-84FF-D6FE1649DE0B}"/>
          </ac:spMkLst>
        </pc:spChg>
        <pc:spChg chg="add">
          <ac:chgData name="Meghana Reddy" userId="9a02bcfcf98532c8" providerId="LiveId" clId="{88CA86CB-004B-405D-8674-0122B2B16B36}" dt="2026-09-01T06:47:32.100" v="14" actId="26606"/>
          <ac:spMkLst>
            <pc:docMk/>
            <pc:sldMk cId="3655962760" sldId="276"/>
            <ac:spMk id="24" creationId="{8F3CF990-ACB8-443A-BB74-D36EC8A00B02}"/>
          </ac:spMkLst>
        </pc:spChg>
        <pc:spChg chg="add">
          <ac:chgData name="Meghana Reddy" userId="9a02bcfcf98532c8" providerId="LiveId" clId="{88CA86CB-004B-405D-8674-0122B2B16B36}" dt="2026-09-01T06:47:32.100" v="14" actId="26606"/>
          <ac:spMkLst>
            <pc:docMk/>
            <pc:sldMk cId="3655962760" sldId="276"/>
            <ac:spMk id="26" creationId="{2601900C-265D-4146-A578-477541E3DF28}"/>
          </ac:spMkLst>
        </pc:spChg>
        <pc:spChg chg="add">
          <ac:chgData name="Meghana Reddy" userId="9a02bcfcf98532c8" providerId="LiveId" clId="{88CA86CB-004B-405D-8674-0122B2B16B36}" dt="2026-09-01T06:47:32.100" v="14" actId="26606"/>
          <ac:spMkLst>
            <pc:docMk/>
            <pc:sldMk cId="3655962760" sldId="276"/>
            <ac:spMk id="30" creationId="{65F94F98-3A57-49AA-838E-91AAF600B6EE}"/>
          </ac:spMkLst>
        </pc:spChg>
        <pc:spChg chg="add">
          <ac:chgData name="Meghana Reddy" userId="9a02bcfcf98532c8" providerId="LiveId" clId="{88CA86CB-004B-405D-8674-0122B2B16B36}" dt="2026-09-01T06:47:32.100" v="14" actId="26606"/>
          <ac:spMkLst>
            <pc:docMk/>
            <pc:sldMk cId="3655962760" sldId="276"/>
            <ac:spMk id="36" creationId="{FBD68200-BC03-4015-860B-CD5C30CD76B8}"/>
          </ac:spMkLst>
        </pc:spChg>
      </pc:sldChg>
      <pc:sldChg chg="addSp modSp mod setBg">
        <pc:chgData name="Meghana Reddy" userId="9a02bcfcf98532c8" providerId="LiveId" clId="{88CA86CB-004B-405D-8674-0122B2B16B36}" dt="2026-09-01T07:00:47.575" v="135" actId="14100"/>
        <pc:sldMkLst>
          <pc:docMk/>
          <pc:sldMk cId="1982016512" sldId="277"/>
        </pc:sldMkLst>
        <pc:spChg chg="mod ord">
          <ac:chgData name="Meghana Reddy" userId="9a02bcfcf98532c8" providerId="LiveId" clId="{88CA86CB-004B-405D-8674-0122B2B16B36}" dt="2026-09-01T07:00:47.575" v="135" actId="14100"/>
          <ac:spMkLst>
            <pc:docMk/>
            <pc:sldMk cId="1982016512" sldId="277"/>
            <ac:spMk id="3" creationId="{5EEA9D8F-37A4-F39D-C138-0BFF32A50491}"/>
          </ac:spMkLst>
        </pc:spChg>
        <pc:spChg chg="mod">
          <ac:chgData name="Meghana Reddy" userId="9a02bcfcf98532c8" providerId="LiveId" clId="{88CA86CB-004B-405D-8674-0122B2B16B36}" dt="2026-09-01T06:47:53.837" v="17" actId="1076"/>
          <ac:spMkLst>
            <pc:docMk/>
            <pc:sldMk cId="1982016512" sldId="277"/>
            <ac:spMk id="5" creationId="{F28FD9CE-0C7E-0913-DF80-E054318CB639}"/>
          </ac:spMkLst>
        </pc:spChg>
        <pc:spChg chg="add">
          <ac:chgData name="Meghana Reddy" userId="9a02bcfcf98532c8" providerId="LiveId" clId="{88CA86CB-004B-405D-8674-0122B2B16B36}" dt="2026-09-01T06:47:36.488" v="15" actId="26606"/>
          <ac:spMkLst>
            <pc:docMk/>
            <pc:sldMk cId="1982016512" sldId="277"/>
            <ac:spMk id="16" creationId="{9ABD0D63-D23F-4AE7-8270-4185EF9C1C25}"/>
          </ac:spMkLst>
        </pc:spChg>
        <pc:spChg chg="add">
          <ac:chgData name="Meghana Reddy" userId="9a02bcfcf98532c8" providerId="LiveId" clId="{88CA86CB-004B-405D-8674-0122B2B16B36}" dt="2026-09-01T06:47:36.488" v="15" actId="26606"/>
          <ac:spMkLst>
            <pc:docMk/>
            <pc:sldMk cId="1982016512" sldId="277"/>
            <ac:spMk id="18" creationId="{D5B0B43F-2CE7-4C6C-BABC-EE342B32827C}"/>
          </ac:spMkLst>
        </pc:spChg>
        <pc:spChg chg="add">
          <ac:chgData name="Meghana Reddy" userId="9a02bcfcf98532c8" providerId="LiveId" clId="{88CA86CB-004B-405D-8674-0122B2B16B36}" dt="2026-09-01T06:47:36.488" v="15" actId="26606"/>
          <ac:spMkLst>
            <pc:docMk/>
            <pc:sldMk cId="1982016512" sldId="277"/>
            <ac:spMk id="22" creationId="{14B83E1E-DAC1-4851-84FF-D6FE1649DE0B}"/>
          </ac:spMkLst>
        </pc:spChg>
        <pc:spChg chg="add">
          <ac:chgData name="Meghana Reddy" userId="9a02bcfcf98532c8" providerId="LiveId" clId="{88CA86CB-004B-405D-8674-0122B2B16B36}" dt="2026-09-01T06:47:36.488" v="15" actId="26606"/>
          <ac:spMkLst>
            <pc:docMk/>
            <pc:sldMk cId="1982016512" sldId="277"/>
            <ac:spMk id="24" creationId="{8F3CF990-ACB8-443A-BB74-D36EC8A00B02}"/>
          </ac:spMkLst>
        </pc:spChg>
        <pc:spChg chg="add">
          <ac:chgData name="Meghana Reddy" userId="9a02bcfcf98532c8" providerId="LiveId" clId="{88CA86CB-004B-405D-8674-0122B2B16B36}" dt="2026-09-01T06:47:36.488" v="15" actId="26606"/>
          <ac:spMkLst>
            <pc:docMk/>
            <pc:sldMk cId="1982016512" sldId="277"/>
            <ac:spMk id="26" creationId="{2601900C-265D-4146-A578-477541E3DF28}"/>
          </ac:spMkLst>
        </pc:spChg>
        <pc:spChg chg="add">
          <ac:chgData name="Meghana Reddy" userId="9a02bcfcf98532c8" providerId="LiveId" clId="{88CA86CB-004B-405D-8674-0122B2B16B36}" dt="2026-09-01T06:47:36.488" v="15" actId="26606"/>
          <ac:spMkLst>
            <pc:docMk/>
            <pc:sldMk cId="1982016512" sldId="277"/>
            <ac:spMk id="30" creationId="{65F94F98-3A57-49AA-838E-91AAF600B6EE}"/>
          </ac:spMkLst>
        </pc:spChg>
        <pc:spChg chg="add">
          <ac:chgData name="Meghana Reddy" userId="9a02bcfcf98532c8" providerId="LiveId" clId="{88CA86CB-004B-405D-8674-0122B2B16B36}" dt="2026-09-01T06:47:36.488" v="15" actId="26606"/>
          <ac:spMkLst>
            <pc:docMk/>
            <pc:sldMk cId="1982016512" sldId="277"/>
            <ac:spMk id="34" creationId="{41F8C064-2DC5-4758-B49C-76BFF64052AF}"/>
          </ac:spMkLst>
        </pc:spChg>
        <pc:spChg chg="add">
          <ac:chgData name="Meghana Reddy" userId="9a02bcfcf98532c8" providerId="LiveId" clId="{88CA86CB-004B-405D-8674-0122B2B16B36}" dt="2026-09-01T06:47:36.488" v="15" actId="26606"/>
          <ac:spMkLst>
            <pc:docMk/>
            <pc:sldMk cId="1982016512" sldId="277"/>
            <ac:spMk id="38" creationId="{A0B5529D-5CAA-4BF2-B5C9-34705E7661F9}"/>
          </ac:spMkLst>
        </pc:spChg>
        <pc:spChg chg="add">
          <ac:chgData name="Meghana Reddy" userId="9a02bcfcf98532c8" providerId="LiveId" clId="{88CA86CB-004B-405D-8674-0122B2B16B36}" dt="2026-09-01T06:47:36.488" v="15" actId="26606"/>
          <ac:spMkLst>
            <pc:docMk/>
            <pc:sldMk cId="1982016512" sldId="277"/>
            <ac:spMk id="40" creationId="{332A6F87-AC28-4AA8-B8A6-AEBC67BD0D64}"/>
          </ac:spMkLst>
        </pc:spChg>
      </pc:sldChg>
      <pc:sldChg chg="addSp modSp mod setBg">
        <pc:chgData name="Meghana Reddy" userId="9a02bcfcf98532c8" providerId="LiveId" clId="{88CA86CB-004B-405D-8674-0122B2B16B36}" dt="2026-09-01T07:02:26.131" v="143" actId="1076"/>
        <pc:sldMkLst>
          <pc:docMk/>
          <pc:sldMk cId="122896526" sldId="278"/>
        </pc:sldMkLst>
        <pc:spChg chg="mod ord">
          <ac:chgData name="Meghana Reddy" userId="9a02bcfcf98532c8" providerId="LiveId" clId="{88CA86CB-004B-405D-8674-0122B2B16B36}" dt="2026-09-01T07:02:26.131" v="143" actId="1076"/>
          <ac:spMkLst>
            <pc:docMk/>
            <pc:sldMk cId="122896526" sldId="278"/>
            <ac:spMk id="3" creationId="{34B87101-CA5C-0F83-78A0-32A06F6005B7}"/>
          </ac:spMkLst>
        </pc:spChg>
        <pc:spChg chg="mod">
          <ac:chgData name="Meghana Reddy" userId="9a02bcfcf98532c8" providerId="LiveId" clId="{88CA86CB-004B-405D-8674-0122B2B16B36}" dt="2026-09-01T07:02:17.229" v="141" actId="14100"/>
          <ac:spMkLst>
            <pc:docMk/>
            <pc:sldMk cId="122896526" sldId="278"/>
            <ac:spMk id="5" creationId="{D592FC47-C841-0906-77CB-6DA3E3D754CB}"/>
          </ac:spMkLst>
        </pc:spChg>
        <pc:spChg chg="add">
          <ac:chgData name="Meghana Reddy" userId="9a02bcfcf98532c8" providerId="LiveId" clId="{88CA86CB-004B-405D-8674-0122B2B16B36}" dt="2026-09-01T06:48:04.644" v="18" actId="26606"/>
          <ac:spMkLst>
            <pc:docMk/>
            <pc:sldMk cId="122896526" sldId="278"/>
            <ac:spMk id="14" creationId="{7BA5DE79-30D1-4A10-8DB9-0A6E523A9723}"/>
          </ac:spMkLst>
        </pc:spChg>
        <pc:spChg chg="add">
          <ac:chgData name="Meghana Reddy" userId="9a02bcfcf98532c8" providerId="LiveId" clId="{88CA86CB-004B-405D-8674-0122B2B16B36}" dt="2026-09-01T06:48:04.644" v="18" actId="26606"/>
          <ac:spMkLst>
            <pc:docMk/>
            <pc:sldMk cId="122896526" sldId="278"/>
            <ac:spMk id="20" creationId="{85459F07-63F9-48CF-B725-A873C4BC3650}"/>
          </ac:spMkLst>
        </pc:spChg>
        <pc:spChg chg="add">
          <ac:chgData name="Meghana Reddy" userId="9a02bcfcf98532c8" providerId="LiveId" clId="{88CA86CB-004B-405D-8674-0122B2B16B36}" dt="2026-09-01T06:48:04.644" v="18" actId="26606"/>
          <ac:spMkLst>
            <pc:docMk/>
            <pc:sldMk cId="122896526" sldId="278"/>
            <ac:spMk id="22" creationId="{14B83E1E-DAC1-4851-84FF-D6FE1649DE0B}"/>
          </ac:spMkLst>
        </pc:spChg>
        <pc:spChg chg="add">
          <ac:chgData name="Meghana Reddy" userId="9a02bcfcf98532c8" providerId="LiveId" clId="{88CA86CB-004B-405D-8674-0122B2B16B36}" dt="2026-09-01T06:48:04.644" v="18" actId="26606"/>
          <ac:spMkLst>
            <pc:docMk/>
            <pc:sldMk cId="122896526" sldId="278"/>
            <ac:spMk id="24" creationId="{8F3CF990-ACB8-443A-BB74-D36EC8A00B02}"/>
          </ac:spMkLst>
        </pc:spChg>
        <pc:spChg chg="add">
          <ac:chgData name="Meghana Reddy" userId="9a02bcfcf98532c8" providerId="LiveId" clId="{88CA86CB-004B-405D-8674-0122B2B16B36}" dt="2026-09-01T06:48:04.644" v="18" actId="26606"/>
          <ac:spMkLst>
            <pc:docMk/>
            <pc:sldMk cId="122896526" sldId="278"/>
            <ac:spMk id="26" creationId="{2601900C-265D-4146-A578-477541E3DF28}"/>
          </ac:spMkLst>
        </pc:spChg>
        <pc:spChg chg="add">
          <ac:chgData name="Meghana Reddy" userId="9a02bcfcf98532c8" providerId="LiveId" clId="{88CA86CB-004B-405D-8674-0122B2B16B36}" dt="2026-09-01T06:48:04.644" v="18" actId="26606"/>
          <ac:spMkLst>
            <pc:docMk/>
            <pc:sldMk cId="122896526" sldId="278"/>
            <ac:spMk id="30" creationId="{65F94F98-3A57-49AA-838E-91AAF600B6EE}"/>
          </ac:spMkLst>
        </pc:spChg>
        <pc:spChg chg="add">
          <ac:chgData name="Meghana Reddy" userId="9a02bcfcf98532c8" providerId="LiveId" clId="{88CA86CB-004B-405D-8674-0122B2B16B36}" dt="2026-09-01T06:48:04.644" v="18" actId="26606"/>
          <ac:spMkLst>
            <pc:docMk/>
            <pc:sldMk cId="122896526" sldId="278"/>
            <ac:spMk id="34" creationId="{41F8C064-2DC5-4758-B49C-76BFF64052AF}"/>
          </ac:spMkLst>
        </pc:spChg>
        <pc:spChg chg="add">
          <ac:chgData name="Meghana Reddy" userId="9a02bcfcf98532c8" providerId="LiveId" clId="{88CA86CB-004B-405D-8674-0122B2B16B36}" dt="2026-09-01T06:48:04.644" v="18" actId="26606"/>
          <ac:spMkLst>
            <pc:docMk/>
            <pc:sldMk cId="122896526" sldId="278"/>
            <ac:spMk id="36" creationId="{FBD68200-BC03-4015-860B-CD5C30CD76B8}"/>
          </ac:spMkLst>
        </pc:spChg>
        <pc:spChg chg="add">
          <ac:chgData name="Meghana Reddy" userId="9a02bcfcf98532c8" providerId="LiveId" clId="{88CA86CB-004B-405D-8674-0122B2B16B36}" dt="2026-09-01T06:48:04.644" v="18" actId="26606"/>
          <ac:spMkLst>
            <pc:docMk/>
            <pc:sldMk cId="122896526" sldId="278"/>
            <ac:spMk id="38" creationId="{A0B5529D-5CAA-4BF2-B5C9-34705E7661F9}"/>
          </ac:spMkLst>
        </pc:spChg>
      </pc:sldChg>
      <pc:sldChg chg="addSp modSp mod setBg">
        <pc:chgData name="Meghana Reddy" userId="9a02bcfcf98532c8" providerId="LiveId" clId="{88CA86CB-004B-405D-8674-0122B2B16B36}" dt="2026-09-01T07:03:11.274" v="149" actId="14100"/>
        <pc:sldMkLst>
          <pc:docMk/>
          <pc:sldMk cId="3309341396" sldId="279"/>
        </pc:sldMkLst>
        <pc:spChg chg="mod ord">
          <ac:chgData name="Meghana Reddy" userId="9a02bcfcf98532c8" providerId="LiveId" clId="{88CA86CB-004B-405D-8674-0122B2B16B36}" dt="2026-09-01T07:03:11.274" v="149" actId="14100"/>
          <ac:spMkLst>
            <pc:docMk/>
            <pc:sldMk cId="3309341396" sldId="279"/>
            <ac:spMk id="3" creationId="{70BDFBC4-1B41-A951-3C0B-8DAF4F0DD771}"/>
          </ac:spMkLst>
        </pc:spChg>
        <pc:spChg chg="mod">
          <ac:chgData name="Meghana Reddy" userId="9a02bcfcf98532c8" providerId="LiveId" clId="{88CA86CB-004B-405D-8674-0122B2B16B36}" dt="2026-09-01T07:02:39.051" v="145" actId="14100"/>
          <ac:spMkLst>
            <pc:docMk/>
            <pc:sldMk cId="3309341396" sldId="279"/>
            <ac:spMk id="5" creationId="{4B687329-B462-AE01-3CB3-B0C4FCF5BC67}"/>
          </ac:spMkLst>
        </pc:spChg>
        <pc:spChg chg="add">
          <ac:chgData name="Meghana Reddy" userId="9a02bcfcf98532c8" providerId="LiveId" clId="{88CA86CB-004B-405D-8674-0122B2B16B36}" dt="2026-09-01T06:48:08.491" v="19" actId="26606"/>
          <ac:spMkLst>
            <pc:docMk/>
            <pc:sldMk cId="3309341396" sldId="279"/>
            <ac:spMk id="14" creationId="{7BA5DE79-30D1-4A10-8DB9-0A6E523A9723}"/>
          </ac:spMkLst>
        </pc:spChg>
        <pc:spChg chg="add">
          <ac:chgData name="Meghana Reddy" userId="9a02bcfcf98532c8" providerId="LiveId" clId="{88CA86CB-004B-405D-8674-0122B2B16B36}" dt="2026-09-01T06:48:08.491" v="19" actId="26606"/>
          <ac:spMkLst>
            <pc:docMk/>
            <pc:sldMk cId="3309341396" sldId="279"/>
            <ac:spMk id="16" creationId="{9ABD0D63-D23F-4AE7-8270-4185EF9C1C25}"/>
          </ac:spMkLst>
        </pc:spChg>
        <pc:spChg chg="add">
          <ac:chgData name="Meghana Reddy" userId="9a02bcfcf98532c8" providerId="LiveId" clId="{88CA86CB-004B-405D-8674-0122B2B16B36}" dt="2026-09-01T06:48:08.491" v="19" actId="26606"/>
          <ac:spMkLst>
            <pc:docMk/>
            <pc:sldMk cId="3309341396" sldId="279"/>
            <ac:spMk id="18" creationId="{D5B0B43F-2CE7-4C6C-BABC-EE342B32827C}"/>
          </ac:spMkLst>
        </pc:spChg>
        <pc:spChg chg="add">
          <ac:chgData name="Meghana Reddy" userId="9a02bcfcf98532c8" providerId="LiveId" clId="{88CA86CB-004B-405D-8674-0122B2B16B36}" dt="2026-09-01T06:48:08.491" v="19" actId="26606"/>
          <ac:spMkLst>
            <pc:docMk/>
            <pc:sldMk cId="3309341396" sldId="279"/>
            <ac:spMk id="20" creationId="{85459F07-63F9-48CF-B725-A873C4BC3650}"/>
          </ac:spMkLst>
        </pc:spChg>
        <pc:spChg chg="add">
          <ac:chgData name="Meghana Reddy" userId="9a02bcfcf98532c8" providerId="LiveId" clId="{88CA86CB-004B-405D-8674-0122B2B16B36}" dt="2026-09-01T06:48:08.491" v="19" actId="26606"/>
          <ac:spMkLst>
            <pc:docMk/>
            <pc:sldMk cId="3309341396" sldId="279"/>
            <ac:spMk id="22" creationId="{14B83E1E-DAC1-4851-84FF-D6FE1649DE0B}"/>
          </ac:spMkLst>
        </pc:spChg>
        <pc:spChg chg="add">
          <ac:chgData name="Meghana Reddy" userId="9a02bcfcf98532c8" providerId="LiveId" clId="{88CA86CB-004B-405D-8674-0122B2B16B36}" dt="2026-09-01T06:48:08.491" v="19" actId="26606"/>
          <ac:spMkLst>
            <pc:docMk/>
            <pc:sldMk cId="3309341396" sldId="279"/>
            <ac:spMk id="24" creationId="{8F3CF990-ACB8-443A-BB74-D36EC8A00B02}"/>
          </ac:spMkLst>
        </pc:spChg>
        <pc:spChg chg="add">
          <ac:chgData name="Meghana Reddy" userId="9a02bcfcf98532c8" providerId="LiveId" clId="{88CA86CB-004B-405D-8674-0122B2B16B36}" dt="2026-09-01T06:48:08.491" v="19" actId="26606"/>
          <ac:spMkLst>
            <pc:docMk/>
            <pc:sldMk cId="3309341396" sldId="279"/>
            <ac:spMk id="36" creationId="{FBD68200-BC03-4015-860B-CD5C30CD76B8}"/>
          </ac:spMkLst>
        </pc:spChg>
        <pc:spChg chg="add">
          <ac:chgData name="Meghana Reddy" userId="9a02bcfcf98532c8" providerId="LiveId" clId="{88CA86CB-004B-405D-8674-0122B2B16B36}" dt="2026-09-01T06:48:08.491" v="19" actId="26606"/>
          <ac:spMkLst>
            <pc:docMk/>
            <pc:sldMk cId="3309341396" sldId="279"/>
            <ac:spMk id="40" creationId="{332A6F87-AC28-4AA8-B8A6-AEBC67BD0D64}"/>
          </ac:spMkLst>
        </pc:spChg>
      </pc:sldChg>
      <pc:sldChg chg="addSp delSp modSp new del mod">
        <pc:chgData name="Meghana Reddy" userId="9a02bcfcf98532c8" providerId="LiveId" clId="{88CA86CB-004B-405D-8674-0122B2B16B36}" dt="2026-09-01T07:40:40.887" v="519" actId="2696"/>
        <pc:sldMkLst>
          <pc:docMk/>
          <pc:sldMk cId="1807052790" sldId="280"/>
        </pc:sldMkLst>
        <pc:picChg chg="add del mod">
          <ac:chgData name="Meghana Reddy" userId="9a02bcfcf98532c8" providerId="LiveId" clId="{88CA86CB-004B-405D-8674-0122B2B16B36}" dt="2026-09-01T06:45:31.592" v="11" actId="22"/>
          <ac:picMkLst>
            <pc:docMk/>
            <pc:sldMk cId="1807052790" sldId="280"/>
            <ac:picMk id="3" creationId="{E6EA0104-2105-1F57-6FB7-B708C49F1442}"/>
          </ac:picMkLst>
        </pc:picChg>
      </pc:sldChg>
      <pc:sldChg chg="addSp delSp modSp add mod">
        <pc:chgData name="Meghana Reddy" userId="9a02bcfcf98532c8" providerId="LiveId" clId="{88CA86CB-004B-405D-8674-0122B2B16B36}" dt="2026-09-01T07:14:17.665" v="309" actId="1076"/>
        <pc:sldMkLst>
          <pc:docMk/>
          <pc:sldMk cId="3560065535" sldId="281"/>
        </pc:sldMkLst>
        <pc:spChg chg="del">
          <ac:chgData name="Meghana Reddy" userId="9a02bcfcf98532c8" providerId="LiveId" clId="{88CA86CB-004B-405D-8674-0122B2B16B36}" dt="2026-09-01T07:03:24.644" v="150" actId="478"/>
          <ac:spMkLst>
            <pc:docMk/>
            <pc:sldMk cId="3560065535" sldId="281"/>
            <ac:spMk id="3" creationId="{D500FBF9-044C-BB86-4E1D-E8B2DD0195D9}"/>
          </ac:spMkLst>
        </pc:spChg>
        <pc:spChg chg="mod">
          <ac:chgData name="Meghana Reddy" userId="9a02bcfcf98532c8" providerId="LiveId" clId="{88CA86CB-004B-405D-8674-0122B2B16B36}" dt="2026-09-01T07:14:17.665" v="309" actId="1076"/>
          <ac:spMkLst>
            <pc:docMk/>
            <pc:sldMk cId="3560065535" sldId="281"/>
            <ac:spMk id="5" creationId="{7778B48E-FFA9-FA2B-7D09-B20F9B843483}"/>
          </ac:spMkLst>
        </pc:spChg>
        <pc:spChg chg="add del mod">
          <ac:chgData name="Meghana Reddy" userId="9a02bcfcf98532c8" providerId="LiveId" clId="{88CA86CB-004B-405D-8674-0122B2B16B36}" dt="2026-09-01T07:05:34.022" v="233"/>
          <ac:spMkLst>
            <pc:docMk/>
            <pc:sldMk cId="3560065535" sldId="281"/>
            <ac:spMk id="6" creationId="{731FB96A-6888-E02C-E448-03D86D8C1A3F}"/>
          </ac:spMkLst>
        </pc:spChg>
        <pc:spChg chg="add del mod">
          <ac:chgData name="Meghana Reddy" userId="9a02bcfcf98532c8" providerId="LiveId" clId="{88CA86CB-004B-405D-8674-0122B2B16B36}" dt="2026-09-01T07:05:37.244" v="236"/>
          <ac:spMkLst>
            <pc:docMk/>
            <pc:sldMk cId="3560065535" sldId="281"/>
            <ac:spMk id="7" creationId="{75157B3F-4786-AD8B-B242-5CD445A0A289}"/>
          </ac:spMkLst>
        </pc:spChg>
        <pc:spChg chg="add del mod">
          <ac:chgData name="Meghana Reddy" userId="9a02bcfcf98532c8" providerId="LiveId" clId="{88CA86CB-004B-405D-8674-0122B2B16B36}" dt="2026-09-01T07:05:39.595" v="239"/>
          <ac:spMkLst>
            <pc:docMk/>
            <pc:sldMk cId="3560065535" sldId="281"/>
            <ac:spMk id="8" creationId="{E3F7D5D5-B37C-984E-4633-8BBAD5E2BC31}"/>
          </ac:spMkLst>
        </pc:spChg>
        <pc:spChg chg="add del mod">
          <ac:chgData name="Meghana Reddy" userId="9a02bcfcf98532c8" providerId="LiveId" clId="{88CA86CB-004B-405D-8674-0122B2B16B36}" dt="2026-09-01T07:05:40.701" v="242"/>
          <ac:spMkLst>
            <pc:docMk/>
            <pc:sldMk cId="3560065535" sldId="281"/>
            <ac:spMk id="9" creationId="{EDBCEEC7-6378-8675-F408-F3A43AD1C1D5}"/>
          </ac:spMkLst>
        </pc:spChg>
        <pc:spChg chg="add mod">
          <ac:chgData name="Meghana Reddy" userId="9a02bcfcf98532c8" providerId="LiveId" clId="{88CA86CB-004B-405D-8674-0122B2B16B36}" dt="2026-09-01T07:07:10.369" v="253" actId="14100"/>
          <ac:spMkLst>
            <pc:docMk/>
            <pc:sldMk cId="3560065535" sldId="281"/>
            <ac:spMk id="11" creationId="{28977C32-4710-A805-5034-D3C38C738091}"/>
          </ac:spMkLst>
        </pc:spChg>
        <pc:picChg chg="add mod">
          <ac:chgData name="Meghana Reddy" userId="9a02bcfcf98532c8" providerId="LiveId" clId="{88CA86CB-004B-405D-8674-0122B2B16B36}" dt="2026-09-01T07:13:04.426" v="283" actId="14100"/>
          <ac:picMkLst>
            <pc:docMk/>
            <pc:sldMk cId="3560065535" sldId="281"/>
            <ac:picMk id="4" creationId="{D9D1F8F2-264E-D4F9-97D9-ADA116FDDB8A}"/>
          </ac:picMkLst>
        </pc:picChg>
      </pc:sldChg>
      <pc:sldChg chg="add">
        <pc:chgData name="Meghana Reddy" userId="9a02bcfcf98532c8" providerId="LiveId" clId="{88CA86CB-004B-405D-8674-0122B2B16B36}" dt="2026-09-01T06:48:47.282" v="22" actId="2890"/>
        <pc:sldMkLst>
          <pc:docMk/>
          <pc:sldMk cId="4106284833" sldId="282"/>
        </pc:sldMkLst>
      </pc:sldChg>
      <pc:sldChg chg="add">
        <pc:chgData name="Meghana Reddy" userId="9a02bcfcf98532c8" providerId="LiveId" clId="{88CA86CB-004B-405D-8674-0122B2B16B36}" dt="2026-09-01T06:50:33.326" v="35" actId="2890"/>
        <pc:sldMkLst>
          <pc:docMk/>
          <pc:sldMk cId="1597386132" sldId="283"/>
        </pc:sldMkLst>
      </pc:sldChg>
      <pc:sldChg chg="add">
        <pc:chgData name="Meghana Reddy" userId="9a02bcfcf98532c8" providerId="LiveId" clId="{88CA86CB-004B-405D-8674-0122B2B16B36}" dt="2026-09-01T06:54:47.984" v="75" actId="2890"/>
        <pc:sldMkLst>
          <pc:docMk/>
          <pc:sldMk cId="1977630545" sldId="284"/>
        </pc:sldMkLst>
      </pc:sldChg>
      <pc:sldChg chg="add">
        <pc:chgData name="Meghana Reddy" userId="9a02bcfcf98532c8" providerId="LiveId" clId="{88CA86CB-004B-405D-8674-0122B2B16B36}" dt="2026-09-01T06:56:51.826" v="106" actId="2890"/>
        <pc:sldMkLst>
          <pc:docMk/>
          <pc:sldMk cId="576734893" sldId="285"/>
        </pc:sldMkLst>
      </pc:sldChg>
      <pc:sldChg chg="addSp delSp modSp add mod">
        <pc:chgData name="Meghana Reddy" userId="9a02bcfcf98532c8" providerId="LiveId" clId="{88CA86CB-004B-405D-8674-0122B2B16B36}" dt="2026-09-01T07:13:56.900" v="306" actId="1076"/>
        <pc:sldMkLst>
          <pc:docMk/>
          <pc:sldMk cId="670107228" sldId="286"/>
        </pc:sldMkLst>
        <pc:spChg chg="mod">
          <ac:chgData name="Meghana Reddy" userId="9a02bcfcf98532c8" providerId="LiveId" clId="{88CA86CB-004B-405D-8674-0122B2B16B36}" dt="2026-09-01T07:13:56.900" v="306" actId="1076"/>
          <ac:spMkLst>
            <pc:docMk/>
            <pc:sldMk cId="670107228" sldId="286"/>
            <ac:spMk id="5" creationId="{F651B8C1-2063-B917-EFF5-2C6B3899DC25}"/>
          </ac:spMkLst>
        </pc:spChg>
        <pc:spChg chg="mod">
          <ac:chgData name="Meghana Reddy" userId="9a02bcfcf98532c8" providerId="LiveId" clId="{88CA86CB-004B-405D-8674-0122B2B16B36}" dt="2026-09-01T07:12:40.555" v="279" actId="14100"/>
          <ac:spMkLst>
            <pc:docMk/>
            <pc:sldMk cId="670107228" sldId="286"/>
            <ac:spMk id="11" creationId="{9738EDA2-3126-8547-74D6-B1B3D06768C4}"/>
          </ac:spMkLst>
        </pc:spChg>
        <pc:picChg chg="add del mod">
          <ac:chgData name="Meghana Reddy" userId="9a02bcfcf98532c8" providerId="LiveId" clId="{88CA86CB-004B-405D-8674-0122B2B16B36}" dt="2026-09-01T07:12:15.908" v="274" actId="478"/>
          <ac:picMkLst>
            <pc:docMk/>
            <pc:sldMk cId="670107228" sldId="286"/>
            <ac:picMk id="3" creationId="{7844B2A4-B307-07A8-5700-240D6DD07663}"/>
          </ac:picMkLst>
        </pc:picChg>
        <pc:picChg chg="del">
          <ac:chgData name="Meghana Reddy" userId="9a02bcfcf98532c8" providerId="LiveId" clId="{88CA86CB-004B-405D-8674-0122B2B16B36}" dt="2026-09-01T07:08:07.123" v="258" actId="478"/>
          <ac:picMkLst>
            <pc:docMk/>
            <pc:sldMk cId="670107228" sldId="286"/>
            <ac:picMk id="4" creationId="{7039AAB9-8317-9132-24AD-D6DDD2BD7EEA}"/>
          </ac:picMkLst>
        </pc:picChg>
        <pc:picChg chg="add mod">
          <ac:chgData name="Meghana Reddy" userId="9a02bcfcf98532c8" providerId="LiveId" clId="{88CA86CB-004B-405D-8674-0122B2B16B36}" dt="2026-09-01T07:13:19.717" v="287" actId="14100"/>
          <ac:picMkLst>
            <pc:docMk/>
            <pc:sldMk cId="670107228" sldId="286"/>
            <ac:picMk id="7" creationId="{CB10A9CD-FB22-DA08-0425-E583BDE1EB6C}"/>
          </ac:picMkLst>
        </pc:picChg>
      </pc:sldChg>
      <pc:sldChg chg="addSp delSp modSp add mod">
        <pc:chgData name="Meghana Reddy" userId="9a02bcfcf98532c8" providerId="LiveId" clId="{88CA86CB-004B-405D-8674-0122B2B16B36}" dt="2026-09-01T07:20:14.356" v="342" actId="14100"/>
        <pc:sldMkLst>
          <pc:docMk/>
          <pc:sldMk cId="2349804098" sldId="287"/>
        </pc:sldMkLst>
        <pc:spChg chg="mod">
          <ac:chgData name="Meghana Reddy" userId="9a02bcfcf98532c8" providerId="LiveId" clId="{88CA86CB-004B-405D-8674-0122B2B16B36}" dt="2026-09-01T07:19:35.136" v="337" actId="20577"/>
          <ac:spMkLst>
            <pc:docMk/>
            <pc:sldMk cId="2349804098" sldId="287"/>
            <ac:spMk id="5" creationId="{86A51C50-96C4-A75A-E3D2-4C7656F9CE9B}"/>
          </ac:spMkLst>
        </pc:spChg>
        <pc:spChg chg="mod">
          <ac:chgData name="Meghana Reddy" userId="9a02bcfcf98532c8" providerId="LiveId" clId="{88CA86CB-004B-405D-8674-0122B2B16B36}" dt="2026-09-01T07:20:14.356" v="342" actId="14100"/>
          <ac:spMkLst>
            <pc:docMk/>
            <pc:sldMk cId="2349804098" sldId="287"/>
            <ac:spMk id="11" creationId="{1D7DC6D4-86F2-649E-A95F-BBA1653C12DF}"/>
          </ac:spMkLst>
        </pc:spChg>
        <pc:picChg chg="add del">
          <ac:chgData name="Meghana Reddy" userId="9a02bcfcf98532c8" providerId="LiveId" clId="{88CA86CB-004B-405D-8674-0122B2B16B36}" dt="2026-09-01T07:18:31.069" v="313" actId="478"/>
          <ac:picMkLst>
            <pc:docMk/>
            <pc:sldMk cId="2349804098" sldId="287"/>
            <ac:picMk id="3" creationId="{5030F587-145D-575A-49F7-DD5C2A7616ED}"/>
          </ac:picMkLst>
        </pc:picChg>
        <pc:picChg chg="add mod">
          <ac:chgData name="Meghana Reddy" userId="9a02bcfcf98532c8" providerId="LiveId" clId="{88CA86CB-004B-405D-8674-0122B2B16B36}" dt="2026-09-01T07:19:26.151" v="323" actId="14100"/>
          <ac:picMkLst>
            <pc:docMk/>
            <pc:sldMk cId="2349804098" sldId="287"/>
            <ac:picMk id="6" creationId="{5CFDA8AA-83C1-A538-28F3-EC673AA567D7}"/>
          </ac:picMkLst>
        </pc:picChg>
        <pc:picChg chg="del">
          <ac:chgData name="Meghana Reddy" userId="9a02bcfcf98532c8" providerId="LiveId" clId="{88CA86CB-004B-405D-8674-0122B2B16B36}" dt="2026-09-01T07:16:48.007" v="311" actId="478"/>
          <ac:picMkLst>
            <pc:docMk/>
            <pc:sldMk cId="2349804098" sldId="287"/>
            <ac:picMk id="7" creationId="{B64AEE9D-6A77-79C6-696F-C4206BF0F4A8}"/>
          </ac:picMkLst>
        </pc:picChg>
      </pc:sldChg>
      <pc:sldChg chg="addSp delSp modSp add mod">
        <pc:chgData name="Meghana Reddy" userId="9a02bcfcf98532c8" providerId="LiveId" clId="{88CA86CB-004B-405D-8674-0122B2B16B36}" dt="2026-09-01T07:32:48.713" v="448" actId="20577"/>
        <pc:sldMkLst>
          <pc:docMk/>
          <pc:sldMk cId="790670415" sldId="288"/>
        </pc:sldMkLst>
        <pc:spChg chg="mod">
          <ac:chgData name="Meghana Reddy" userId="9a02bcfcf98532c8" providerId="LiveId" clId="{88CA86CB-004B-405D-8674-0122B2B16B36}" dt="2026-09-01T07:32:48.713" v="448" actId="20577"/>
          <ac:spMkLst>
            <pc:docMk/>
            <pc:sldMk cId="790670415" sldId="288"/>
            <ac:spMk id="5" creationId="{E48FF2BB-A44A-2298-580A-5F0790AFF426}"/>
          </ac:spMkLst>
        </pc:spChg>
        <pc:spChg chg="del">
          <ac:chgData name="Meghana Reddy" userId="9a02bcfcf98532c8" providerId="LiveId" clId="{88CA86CB-004B-405D-8674-0122B2B16B36}" dt="2026-09-01T07:20:34.594" v="345" actId="478"/>
          <ac:spMkLst>
            <pc:docMk/>
            <pc:sldMk cId="790670415" sldId="288"/>
            <ac:spMk id="11" creationId="{4ECEFAD0-93D7-C7A0-9FF2-9F8BCDFB3B1B}"/>
          </ac:spMkLst>
        </pc:spChg>
        <pc:picChg chg="add del mod">
          <ac:chgData name="Meghana Reddy" userId="9a02bcfcf98532c8" providerId="LiveId" clId="{88CA86CB-004B-405D-8674-0122B2B16B36}" dt="2026-09-01T07:27:14.375" v="351" actId="478"/>
          <ac:picMkLst>
            <pc:docMk/>
            <pc:sldMk cId="790670415" sldId="288"/>
            <ac:picMk id="3" creationId="{892EB3DD-F542-EED7-0F8E-59C062870CE7}"/>
          </ac:picMkLst>
        </pc:picChg>
        <pc:picChg chg="add mod">
          <ac:chgData name="Meghana Reddy" userId="9a02bcfcf98532c8" providerId="LiveId" clId="{88CA86CB-004B-405D-8674-0122B2B16B36}" dt="2026-09-01T07:31:40.096" v="405" actId="1076"/>
          <ac:picMkLst>
            <pc:docMk/>
            <pc:sldMk cId="790670415" sldId="288"/>
            <ac:picMk id="6" creationId="{3F2954FF-52A1-F56E-7BCA-D352F5D28496}"/>
          </ac:picMkLst>
        </pc:picChg>
        <pc:picChg chg="del">
          <ac:chgData name="Meghana Reddy" userId="9a02bcfcf98532c8" providerId="LiveId" clId="{88CA86CB-004B-405D-8674-0122B2B16B36}" dt="2026-09-01T07:20:31.601" v="344" actId="478"/>
          <ac:picMkLst>
            <pc:docMk/>
            <pc:sldMk cId="790670415" sldId="288"/>
            <ac:picMk id="7" creationId="{7F94E764-FC17-A3EC-149D-A204FD480041}"/>
          </ac:picMkLst>
        </pc:picChg>
        <pc:picChg chg="add mod">
          <ac:chgData name="Meghana Reddy" userId="9a02bcfcf98532c8" providerId="LiveId" clId="{88CA86CB-004B-405D-8674-0122B2B16B36}" dt="2026-09-01T07:31:31.626" v="404" actId="1076"/>
          <ac:picMkLst>
            <pc:docMk/>
            <pc:sldMk cId="790670415" sldId="288"/>
            <ac:picMk id="9" creationId="{36ED2464-F4D0-6E7A-83A6-A7F53CEB7F44}"/>
          </ac:picMkLst>
        </pc:picChg>
      </pc:sldChg>
      <pc:sldChg chg="addSp delSp modSp add mod">
        <pc:chgData name="Meghana Reddy" userId="9a02bcfcf98532c8" providerId="LiveId" clId="{88CA86CB-004B-405D-8674-0122B2B16B36}" dt="2026-09-01T07:32:15.494" v="416" actId="1076"/>
        <pc:sldMkLst>
          <pc:docMk/>
          <pc:sldMk cId="3743851905" sldId="289"/>
        </pc:sldMkLst>
        <pc:spChg chg="del">
          <ac:chgData name="Meghana Reddy" userId="9a02bcfcf98532c8" providerId="LiveId" clId="{88CA86CB-004B-405D-8674-0122B2B16B36}" dt="2026-09-01T07:31:47.636" v="406" actId="478"/>
          <ac:spMkLst>
            <pc:docMk/>
            <pc:sldMk cId="3743851905" sldId="289"/>
            <ac:spMk id="5" creationId="{2040A9C4-6FE5-CE83-89F1-313DC328C062}"/>
          </ac:spMkLst>
        </pc:spChg>
        <pc:picChg chg="add mod">
          <ac:chgData name="Meghana Reddy" userId="9a02bcfcf98532c8" providerId="LiveId" clId="{88CA86CB-004B-405D-8674-0122B2B16B36}" dt="2026-09-01T07:32:13.375" v="415" actId="1076"/>
          <ac:picMkLst>
            <pc:docMk/>
            <pc:sldMk cId="3743851905" sldId="289"/>
            <ac:picMk id="3" creationId="{04D3EC58-97DE-B1AE-42AF-5FF82A724F3D}"/>
          </ac:picMkLst>
        </pc:picChg>
        <pc:picChg chg="del">
          <ac:chgData name="Meghana Reddy" userId="9a02bcfcf98532c8" providerId="LiveId" clId="{88CA86CB-004B-405D-8674-0122B2B16B36}" dt="2026-09-01T07:29:10.740" v="370" actId="478"/>
          <ac:picMkLst>
            <pc:docMk/>
            <pc:sldMk cId="3743851905" sldId="289"/>
            <ac:picMk id="6" creationId="{3871DC05-05B8-17FD-9DED-886D07C89D49}"/>
          </ac:picMkLst>
        </pc:picChg>
        <pc:picChg chg="add mod">
          <ac:chgData name="Meghana Reddy" userId="9a02bcfcf98532c8" providerId="LiveId" clId="{88CA86CB-004B-405D-8674-0122B2B16B36}" dt="2026-09-01T07:32:10.387" v="414" actId="1076"/>
          <ac:picMkLst>
            <pc:docMk/>
            <pc:sldMk cId="3743851905" sldId="289"/>
            <ac:picMk id="7" creationId="{D27FFF59-E8EE-3485-07B2-C5D76A7A541F}"/>
          </ac:picMkLst>
        </pc:picChg>
        <pc:picChg chg="del">
          <ac:chgData name="Meghana Reddy" userId="9a02bcfcf98532c8" providerId="LiveId" clId="{88CA86CB-004B-405D-8674-0122B2B16B36}" dt="2026-09-01T07:29:12.522" v="371" actId="478"/>
          <ac:picMkLst>
            <pc:docMk/>
            <pc:sldMk cId="3743851905" sldId="289"/>
            <ac:picMk id="9" creationId="{593CD88D-3CF9-0169-6A80-E1CC09142869}"/>
          </ac:picMkLst>
        </pc:picChg>
        <pc:picChg chg="add mod">
          <ac:chgData name="Meghana Reddy" userId="9a02bcfcf98532c8" providerId="LiveId" clId="{88CA86CB-004B-405D-8674-0122B2B16B36}" dt="2026-09-01T07:32:15.494" v="416" actId="1076"/>
          <ac:picMkLst>
            <pc:docMk/>
            <pc:sldMk cId="3743851905" sldId="289"/>
            <ac:picMk id="11" creationId="{B410D449-41BE-7648-337E-613319714FD4}"/>
          </ac:picMkLst>
        </pc:picChg>
      </pc:sldChg>
      <pc:sldChg chg="delSp modSp add mod">
        <pc:chgData name="Meghana Reddy" userId="9a02bcfcf98532c8" providerId="LiveId" clId="{88CA86CB-004B-405D-8674-0122B2B16B36}" dt="2026-09-01T07:40:30.169" v="517" actId="2710"/>
        <pc:sldMkLst>
          <pc:docMk/>
          <pc:sldMk cId="4143479642" sldId="290"/>
        </pc:sldMkLst>
        <pc:spChg chg="mod">
          <ac:chgData name="Meghana Reddy" userId="9a02bcfcf98532c8" providerId="LiveId" clId="{88CA86CB-004B-405D-8674-0122B2B16B36}" dt="2026-09-01T07:36:19.954" v="501" actId="1076"/>
          <ac:spMkLst>
            <pc:docMk/>
            <pc:sldMk cId="4143479642" sldId="290"/>
            <ac:spMk id="5" creationId="{81358074-B755-070D-5784-B1CA672CCCDE}"/>
          </ac:spMkLst>
        </pc:spChg>
        <pc:spChg chg="mod">
          <ac:chgData name="Meghana Reddy" userId="9a02bcfcf98532c8" providerId="LiveId" clId="{88CA86CB-004B-405D-8674-0122B2B16B36}" dt="2026-09-01T07:40:30.169" v="517" actId="2710"/>
          <ac:spMkLst>
            <pc:docMk/>
            <pc:sldMk cId="4143479642" sldId="290"/>
            <ac:spMk id="11" creationId="{94D56CBC-81A7-4589-1074-BB638AB17F7E}"/>
          </ac:spMkLst>
        </pc:spChg>
        <pc:picChg chg="del">
          <ac:chgData name="Meghana Reddy" userId="9a02bcfcf98532c8" providerId="LiveId" clId="{88CA86CB-004B-405D-8674-0122B2B16B36}" dt="2026-09-01T07:33:12.416" v="450" actId="478"/>
          <ac:picMkLst>
            <pc:docMk/>
            <pc:sldMk cId="4143479642" sldId="290"/>
            <ac:picMk id="6" creationId="{ED8E2890-06F5-6EBB-480F-6C03E3DC5BC8}"/>
          </ac:picMkLst>
        </pc:picChg>
      </pc:sldChg>
      <pc:sldChg chg="modSp add mod">
        <pc:chgData name="Meghana Reddy" userId="9a02bcfcf98532c8" providerId="LiveId" clId="{88CA86CB-004B-405D-8674-0122B2B16B36}" dt="2026-09-01T07:41:59.441" v="547" actId="14100"/>
        <pc:sldMkLst>
          <pc:docMk/>
          <pc:sldMk cId="4195461844" sldId="291"/>
        </pc:sldMkLst>
        <pc:spChg chg="mod">
          <ac:chgData name="Meghana Reddy" userId="9a02bcfcf98532c8" providerId="LiveId" clId="{88CA86CB-004B-405D-8674-0122B2B16B36}" dt="2026-09-01T07:40:52.425" v="543" actId="20577"/>
          <ac:spMkLst>
            <pc:docMk/>
            <pc:sldMk cId="4195461844" sldId="291"/>
            <ac:spMk id="5" creationId="{26DB10D2-74A5-27A3-DB55-32C49897D991}"/>
          </ac:spMkLst>
        </pc:spChg>
        <pc:spChg chg="mod">
          <ac:chgData name="Meghana Reddy" userId="9a02bcfcf98532c8" providerId="LiveId" clId="{88CA86CB-004B-405D-8674-0122B2B16B36}" dt="2026-09-01T07:41:59.441" v="547" actId="14100"/>
          <ac:spMkLst>
            <pc:docMk/>
            <pc:sldMk cId="4195461844" sldId="291"/>
            <ac:spMk id="11" creationId="{A977BA5C-6D5A-7B08-9067-14A2A11DBA6E}"/>
          </ac:spMkLst>
        </pc:spChg>
      </pc:sldChg>
      <pc:sldChg chg="addSp delSp modSp add mod">
        <pc:chgData name="Meghana Reddy" userId="9a02bcfcf98532c8" providerId="LiveId" clId="{88CA86CB-004B-405D-8674-0122B2B16B36}" dt="2026-09-01T07:43:20.419" v="570" actId="207"/>
        <pc:sldMkLst>
          <pc:docMk/>
          <pc:sldMk cId="3114310350" sldId="292"/>
        </pc:sldMkLst>
        <pc:spChg chg="add mod">
          <ac:chgData name="Meghana Reddy" userId="9a02bcfcf98532c8" providerId="LiveId" clId="{88CA86CB-004B-405D-8674-0122B2B16B36}" dt="2026-09-01T07:43:20.419" v="570" actId="207"/>
          <ac:spMkLst>
            <pc:docMk/>
            <pc:sldMk cId="3114310350" sldId="292"/>
            <ac:spMk id="3" creationId="{B307EC90-107B-CC33-EDF1-993FFAE486D6}"/>
          </ac:spMkLst>
        </pc:spChg>
        <pc:spChg chg="del mod">
          <ac:chgData name="Meghana Reddy" userId="9a02bcfcf98532c8" providerId="LiveId" clId="{88CA86CB-004B-405D-8674-0122B2B16B36}" dt="2026-09-01T07:43:08.192" v="567" actId="478"/>
          <ac:spMkLst>
            <pc:docMk/>
            <pc:sldMk cId="3114310350" sldId="292"/>
            <ac:spMk id="5" creationId="{06C57331-E94B-90BC-DCBC-BEE21450D094}"/>
          </ac:spMkLst>
        </pc:spChg>
        <pc:spChg chg="add del">
          <ac:chgData name="Meghana Reddy" userId="9a02bcfcf98532c8" providerId="LiveId" clId="{88CA86CB-004B-405D-8674-0122B2B16B36}" dt="2026-09-01T07:43:05.485" v="566" actId="478"/>
          <ac:spMkLst>
            <pc:docMk/>
            <pc:sldMk cId="3114310350" sldId="292"/>
            <ac:spMk id="11" creationId="{DD03C919-867A-3772-0DB4-4363536BFD4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15454A-855D-4CEC-9C79-31F0F6514064}" type="datetimeFigureOut">
              <a:t>9/1/2026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52E38F-760D-40F4-894C-24BB2656517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861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AEFC1-567E-06A9-808A-8AE44DADE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5F017C-F30B-828D-1996-78ABEECAC8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2BC9AA-B9B7-5EFE-63B3-AD0DAFF290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8FA12F-3737-E77F-77AF-ADB4659CC0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87486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776FE-F609-1F53-66D1-D5639B949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9BB7D1-3897-34BE-DDB2-BCC1490604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FEBD97-7D78-F656-72B5-1D7D4EAD5E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ADA311-04DB-3FD4-8E21-EEA48DBB61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6691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48465-489B-9A61-BA1E-58C507328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D617B7-010F-2920-CD52-2ED03750D8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D1417E-98D1-F70E-05E5-B5A17A6022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F387B3-4A6C-91B9-FA63-7AC8962348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33852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42AC2-F537-854D-8C38-BF14E1FAB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43396E-CE16-38C9-C17B-A12884E9C2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CC67D6-5294-FE58-3682-8C12D7A86D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7F4CCB-F326-22C1-2E9E-ECC5D70BB7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16695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96407-DB4D-90C1-3F13-245F8ADA4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3D0CF1-297B-8953-4CAC-77A8303E0F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8674D1-478A-7C66-AFC0-BA4872D908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68E0D1-6E31-587F-FD49-364D79531D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62276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90E19-D733-0A46-2855-DFFAEF88B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1AF1EE-8A72-A847-A0CC-967DAF9B0A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AC8C33-0A89-5A4E-3BF6-4C85F01706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5BDE23-F534-0B63-EF46-FF4EE4A233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0188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1D565-3FA7-7A62-D3E3-E168BBE4F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34880F-7BF5-A66C-69A5-5380A661DA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2B6241-1954-58B6-7DE2-268EDAFC0C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D52E61-276F-295C-8EC7-5811A99017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6675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6E33A-9009-5FDF-779E-094A5C46A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7046D7-91A6-6024-3DA6-EA08EF0FDF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E28CC3-35F8-263F-BB76-5FB77AD273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26C116-A6C2-100A-7CA0-43292CE2F1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5618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859EF-1017-77C1-32CD-017467EA3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C42393-710E-E048-407B-DBDA7B3EE6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4C3066-9F4B-99B2-4D92-691AD76D86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BED06A-30DA-EC9C-FBBB-56CB47B0A3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6543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32C84-F98E-9A58-AF41-3681097B6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644A64-12CF-9F6F-A42D-05F9CD2716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92F92F-A2D6-6A7F-9BA4-7484E32254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766FFE-F8F1-F04B-87B4-E8397984A8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4264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90BA5-E1D9-C78B-CE9F-70C7C5A50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B7C3EE-F195-CB45-DD25-782563D16B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E8652D-5FAD-C4F1-57B8-B929C60598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E3D4C2-D923-CB70-6058-8D8160764D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3564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01DB1-8496-9A46-8B8F-147FA5F28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42D48B-FB1A-23EA-DF92-28990DF674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E34635-A92C-014F-423A-33548E5280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C7AD39-8D8E-38A8-00CE-A9EDFE1AB6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321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C8037-33BE-78C8-C1DF-24B70B6F1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14FBEE-062A-94A9-FE6A-AE7934BCB9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4E47EB-D51B-08F4-57F6-43298C9109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BF2E11-76F3-224B-7EE0-7E7CB02034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4151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41767-BC48-DBA1-9063-967D5D932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9899FA-E153-B5B2-EDF6-6566ECB54F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C68D66-3B3D-45F2-E1C3-FC0CDA7321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6840AA-80A4-729E-C5BC-13FC1B091E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135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7A1A4-5D37-F344-F9ED-0FD6B5D43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E6FADA-EEEF-4CC6-7E75-F60E691246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0F1EC5-694A-E472-D3F7-EF5B87E30A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569C92-55F5-17A5-9755-D534FE1FDF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2293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2EDFA-3DA5-EEF9-FB86-C75EF56E9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558CF3-0369-8F81-AAB7-DCE83065DB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7252D9-7DE6-3F20-0171-A376AF07ED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9AAB0D-FA7A-FABD-D292-7AFBD02F2F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5850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B30FA-E560-F030-51D1-D24D1D2DD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54D273-8FDE-8B72-0516-873504C94C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AFBD42-92BF-C309-0A53-C9F2B40365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9ED4F8-C7B9-8671-8D80-A8722064CD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5292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55650" y="0"/>
            <a:ext cx="5950761" cy="51435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706411" y="0"/>
            <a:ext cx="20574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58856" y="2571749"/>
            <a:ext cx="4138550" cy="1701419"/>
          </a:xfrm>
        </p:spPr>
        <p:txBody>
          <a:bodyPr anchor="t">
            <a:normAutofit/>
          </a:bodyPr>
          <a:lstStyle>
            <a:lvl1pPr algn="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79206" y="1701590"/>
            <a:ext cx="4018200" cy="870160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350" b="0">
                <a:solidFill>
                  <a:schemeClr val="tx1"/>
                </a:solidFill>
              </a:defRPr>
            </a:lvl1pPr>
            <a:lvl2pPr marL="342900" indent="0" algn="ctr">
              <a:buNone/>
              <a:defRPr sz="135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643462" y="2447139"/>
            <a:ext cx="31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8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790124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753359" y="0"/>
            <a:ext cx="7779237" cy="51435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8532996" y="0"/>
            <a:ext cx="20574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smtClean="0"/>
              <a:t>9/1/2026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646207" y="480919"/>
            <a:ext cx="31172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5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75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118268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753359" y="0"/>
            <a:ext cx="7779237" cy="51435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8532996" y="0"/>
            <a:ext cx="20574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1643882" y="2221939"/>
            <a:ext cx="31172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5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75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7405" y="2360440"/>
            <a:ext cx="5967420" cy="1068560"/>
          </a:xfrm>
        </p:spPr>
        <p:txBody>
          <a:bodyPr anchor="t">
            <a:normAutofit/>
          </a:bodyPr>
          <a:lstStyle>
            <a:lvl1pPr algn="r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0477" y="1701590"/>
            <a:ext cx="5843948" cy="658851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344872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753359" y="0"/>
            <a:ext cx="7779237" cy="51435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8532996" y="0"/>
            <a:ext cx="20574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7405" y="604363"/>
            <a:ext cx="5963238" cy="8112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54031" y="1539087"/>
            <a:ext cx="2918970" cy="2998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9977" y="1539086"/>
            <a:ext cx="2920667" cy="2998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smtClean="0"/>
              <a:t>9/1/2026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647129" y="480917"/>
            <a:ext cx="31172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5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75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729627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753359" y="0"/>
            <a:ext cx="7779237" cy="51435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8532996" y="0"/>
            <a:ext cx="20574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1645238" y="477318"/>
            <a:ext cx="31172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5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75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7405" y="604364"/>
            <a:ext cx="5967420" cy="8087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56964" y="1539086"/>
            <a:ext cx="2922350" cy="535364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650" b="0" cap="none" baseline="0">
                <a:solidFill>
                  <a:schemeClr val="accent6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56964" y="2138498"/>
            <a:ext cx="2920217" cy="2303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99975" y="1539086"/>
            <a:ext cx="2924849" cy="535364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650" b="0" cap="none" baseline="0">
                <a:solidFill>
                  <a:schemeClr val="accent6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99976" y="2138498"/>
            <a:ext cx="2924849" cy="2303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41580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753359" y="0"/>
            <a:ext cx="7779237" cy="51435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8532996" y="0"/>
            <a:ext cx="20574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647129" y="480919"/>
            <a:ext cx="31172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5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75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779829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753359" y="0"/>
            <a:ext cx="7779237" cy="51435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8532996" y="0"/>
            <a:ext cx="20574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75462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753359" y="0"/>
            <a:ext cx="7779237" cy="51435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8532996" y="0"/>
            <a:ext cx="20574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165616" y="845662"/>
            <a:ext cx="31172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5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75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7743" y="961839"/>
            <a:ext cx="1998271" cy="1427431"/>
          </a:xfrm>
        </p:spPr>
        <p:txBody>
          <a:bodyPr anchor="b">
            <a:normAutofit/>
          </a:bodyPr>
          <a:lstStyle>
            <a:lvl1pPr algn="l">
              <a:defRPr sz="1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0115" y="604363"/>
            <a:ext cx="4084709" cy="393309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7742" y="2389616"/>
            <a:ext cx="1998271" cy="1789798"/>
          </a:xfrm>
        </p:spPr>
        <p:txBody>
          <a:bodyPr/>
          <a:lstStyle>
            <a:lvl1pPr marL="0" indent="0" algn="l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265367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753359" y="0"/>
            <a:ext cx="7779237" cy="51435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8532996" y="0"/>
            <a:ext cx="20574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60296" y="2422"/>
            <a:ext cx="3472301" cy="51435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1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166015" y="845662"/>
            <a:ext cx="31172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5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75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8430" y="961839"/>
            <a:ext cx="2978240" cy="1425355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7741" y="2387196"/>
            <a:ext cx="2978906" cy="1789796"/>
          </a:xfrm>
        </p:spPr>
        <p:txBody>
          <a:bodyPr>
            <a:normAutofit/>
          </a:bodyPr>
          <a:lstStyle>
            <a:lvl1pPr marL="0" indent="0" algn="l">
              <a:buNone/>
              <a:defRPr sz="15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552612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753359" y="0"/>
            <a:ext cx="7779237" cy="51435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8532996" y="0"/>
            <a:ext cx="20574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1645677" y="480919"/>
            <a:ext cx="31172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5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75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8857" y="606042"/>
            <a:ext cx="5965568" cy="807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087060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753359" y="0"/>
            <a:ext cx="7779237" cy="51435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8532996" y="0"/>
            <a:ext cx="20574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7752856" y="300504"/>
            <a:ext cx="31172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5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75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29536" y="604363"/>
            <a:ext cx="994889" cy="393309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56564" y="727807"/>
            <a:ext cx="4850177" cy="38096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399491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892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846" y="1578901"/>
            <a:ext cx="7020154" cy="3564599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42400" cy="51435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723131" cy="51435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58857" y="606042"/>
            <a:ext cx="5968748" cy="80792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0199" y="1539087"/>
            <a:ext cx="5847405" cy="29983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607549" y="3952953"/>
            <a:ext cx="1997047" cy="13716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B61BEF0D-F0BB-DE4B-95CE-6DB70DBA9567}" type="datetimeFigureOut">
              <a:rPr lang="en-US" smtClean="0"/>
              <a:pPr/>
              <a:t>9/1/2026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1677848" y="2745858"/>
            <a:ext cx="4414014" cy="134382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8806" y="123445"/>
            <a:ext cx="477545" cy="242138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721532" y="0"/>
            <a:ext cx="34289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6561637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</p:sldLayoutIdLst>
  <p:hf sldNum="0" hdr="0" ftr="0" dt="0"/>
  <p:txStyles>
    <p:titleStyle>
      <a:lvl1pPr algn="r" defTabSz="685800" rtl="0" eaLnBrk="1" latinLnBrk="0" hangingPunct="1">
        <a:lnSpc>
          <a:spcPct val="90000"/>
        </a:lnSpc>
        <a:spcBef>
          <a:spcPct val="0"/>
        </a:spcBef>
        <a:buNone/>
        <a:defRPr sz="255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58366" indent="-258366" algn="l" defTabSz="685800" rtl="0" eaLnBrk="1" latinLnBrk="0" hangingPunct="1">
        <a:lnSpc>
          <a:spcPct val="120000"/>
        </a:lnSpc>
        <a:spcBef>
          <a:spcPts val="750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5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96504" indent="-253604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35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944166" indent="-258366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82304" indent="-253604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05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629966" indent="-258366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981962" indent="-253746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331720" indent="-253746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681478" indent="-253746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031236" indent="-253746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18AEFD-D265-A158-2429-2676A931E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3DBBA26C-89C3-411F-9753-606A413F89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845" y="1578901"/>
            <a:ext cx="7020154" cy="356459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EAD2215-6311-4D1C-B6B5-F57CB6BFCB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2400" cy="51435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BA5DE79-30D1-4A10-8DB9-0A6E523A97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23130" cy="51435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BD0D63-D23F-4AE7-8270-4185EF9C1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1531" y="0"/>
            <a:ext cx="34289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5B0B43F-2CE7-4C6C-BABC-EE342B3282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359" y="0"/>
            <a:ext cx="7779237" cy="51435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5459F07-63F9-48CF-B725-A873C4BC3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2996" y="0"/>
            <a:ext cx="20574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4B83E1E-DAC1-4851-84FF-D6FE1649D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46207" y="480918"/>
            <a:ext cx="3117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8F3CF990-ACB8-443A-BB74-D36EC8A00B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601900C-265D-4146-A578-477541E3D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0B98862-BEE1-44FB-A335-A1B9106B4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845" y="1578901"/>
            <a:ext cx="7020154" cy="3564599"/>
          </a:xfrm>
          <a:prstGeom prst="rect">
            <a:avLst/>
          </a:prstGeom>
          <a:noFill/>
        </p:spPr>
      </p:pic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65F94F98-3A57-49AA-838E-91AAF600B6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758889" y="-1245726"/>
            <a:ext cx="4378672" cy="8391550"/>
          </a:xfrm>
          <a:custGeom>
            <a:avLst/>
            <a:gdLst>
              <a:gd name="connsiteX0" fmla="*/ 0 w 7821919"/>
              <a:gd name="connsiteY0" fmla="*/ 0 h 6858000"/>
              <a:gd name="connsiteX1" fmla="*/ 6983367 w 7821919"/>
              <a:gd name="connsiteY1" fmla="*/ 0 h 6858000"/>
              <a:gd name="connsiteX2" fmla="*/ 6982269 w 7821919"/>
              <a:gd name="connsiteY2" fmla="*/ 1331 h 6858000"/>
              <a:gd name="connsiteX3" fmla="*/ 6833782 w 7821919"/>
              <a:gd name="connsiteY3" fmla="*/ 487443 h 6858000"/>
              <a:gd name="connsiteX4" fmla="*/ 6851446 w 7821919"/>
              <a:gd name="connsiteY4" fmla="*/ 662666 h 6858000"/>
              <a:gd name="connsiteX5" fmla="*/ 6857532 w 7821919"/>
              <a:gd name="connsiteY5" fmla="*/ 686333 h 6858000"/>
              <a:gd name="connsiteX6" fmla="*/ 6806927 w 7821919"/>
              <a:gd name="connsiteY6" fmla="*/ 699345 h 6858000"/>
              <a:gd name="connsiteX7" fmla="*/ 5555365 w 7821919"/>
              <a:gd name="connsiteY7" fmla="*/ 2400515 h 6858000"/>
              <a:gd name="connsiteX8" fmla="*/ 7336617 w 7821919"/>
              <a:gd name="connsiteY8" fmla="*/ 4181767 h 6858000"/>
              <a:gd name="connsiteX9" fmla="*/ 7452815 w 7821919"/>
              <a:gd name="connsiteY9" fmla="*/ 4175900 h 6858000"/>
              <a:gd name="connsiteX10" fmla="*/ 7437456 w 7821919"/>
              <a:gd name="connsiteY10" fmla="*/ 4225378 h 6858000"/>
              <a:gd name="connsiteX11" fmla="*/ 7428275 w 7821919"/>
              <a:gd name="connsiteY11" fmla="*/ 4316448 h 6858000"/>
              <a:gd name="connsiteX12" fmla="*/ 7789089 w 7821919"/>
              <a:gd name="connsiteY12" fmla="*/ 4759152 h 6858000"/>
              <a:gd name="connsiteX13" fmla="*/ 7821919 w 7821919"/>
              <a:gd name="connsiteY13" fmla="*/ 4762461 h 6858000"/>
              <a:gd name="connsiteX14" fmla="*/ 7809638 w 7821919"/>
              <a:gd name="connsiteY14" fmla="*/ 4785088 h 6858000"/>
              <a:gd name="connsiteX15" fmla="*/ 7794661 w 7821919"/>
              <a:gd name="connsiteY15" fmla="*/ 4833335 h 6858000"/>
              <a:gd name="connsiteX16" fmla="*/ 7524776 w 7821919"/>
              <a:gd name="connsiteY16" fmla="*/ 4917113 h 6858000"/>
              <a:gd name="connsiteX17" fmla="*/ 6642110 w 7821919"/>
              <a:gd name="connsiteY17" fmla="*/ 6248746 h 6858000"/>
              <a:gd name="connsiteX18" fmla="*/ 6755682 w 7821919"/>
              <a:gd name="connsiteY18" fmla="*/ 6811285 h 6858000"/>
              <a:gd name="connsiteX19" fmla="*/ 6778185 w 7821919"/>
              <a:gd name="connsiteY19" fmla="*/ 6858000 h 6858000"/>
              <a:gd name="connsiteX20" fmla="*/ 0 w 7821919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821919" h="6858000">
                <a:moveTo>
                  <a:pt x="0" y="0"/>
                </a:moveTo>
                <a:lnTo>
                  <a:pt x="6983367" y="0"/>
                </a:lnTo>
                <a:lnTo>
                  <a:pt x="6982269" y="1331"/>
                </a:lnTo>
                <a:cubicBezTo>
                  <a:pt x="6888522" y="140095"/>
                  <a:pt x="6833782" y="307376"/>
                  <a:pt x="6833782" y="487443"/>
                </a:cubicBezTo>
                <a:cubicBezTo>
                  <a:pt x="6833782" y="547466"/>
                  <a:pt x="6839864" y="606067"/>
                  <a:pt x="6851446" y="662666"/>
                </a:cubicBezTo>
                <a:lnTo>
                  <a:pt x="6857532" y="686333"/>
                </a:lnTo>
                <a:lnTo>
                  <a:pt x="6806927" y="699345"/>
                </a:lnTo>
                <a:cubicBezTo>
                  <a:pt x="6081835" y="924872"/>
                  <a:pt x="5555365" y="1601212"/>
                  <a:pt x="5555365" y="2400515"/>
                </a:cubicBezTo>
                <a:cubicBezTo>
                  <a:pt x="5555365" y="3384273"/>
                  <a:pt x="6352859" y="4181767"/>
                  <a:pt x="7336617" y="4181767"/>
                </a:cubicBezTo>
                <a:lnTo>
                  <a:pt x="7452815" y="4175900"/>
                </a:lnTo>
                <a:lnTo>
                  <a:pt x="7437456" y="4225378"/>
                </a:lnTo>
                <a:cubicBezTo>
                  <a:pt x="7431436" y="4254794"/>
                  <a:pt x="7428275" y="4285252"/>
                  <a:pt x="7428275" y="4316448"/>
                </a:cubicBezTo>
                <a:cubicBezTo>
                  <a:pt x="7428275" y="4534821"/>
                  <a:pt x="7583172" y="4717015"/>
                  <a:pt x="7789089" y="4759152"/>
                </a:cubicBezTo>
                <a:lnTo>
                  <a:pt x="7821919" y="4762461"/>
                </a:lnTo>
                <a:lnTo>
                  <a:pt x="7809638" y="4785088"/>
                </a:lnTo>
                <a:lnTo>
                  <a:pt x="7794661" y="4833335"/>
                </a:lnTo>
                <a:lnTo>
                  <a:pt x="7524776" y="4917113"/>
                </a:lnTo>
                <a:cubicBezTo>
                  <a:pt x="7006070" y="5136507"/>
                  <a:pt x="6642110" y="5650122"/>
                  <a:pt x="6642110" y="6248746"/>
                </a:cubicBezTo>
                <a:cubicBezTo>
                  <a:pt x="6642110" y="6448287"/>
                  <a:pt x="6682550" y="6638383"/>
                  <a:pt x="6755682" y="6811285"/>
                </a:cubicBezTo>
                <a:lnTo>
                  <a:pt x="6778185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25000">
                <a:schemeClr val="accent1">
                  <a:alpha val="0"/>
                </a:schemeClr>
              </a:gs>
              <a:gs pos="100000">
                <a:schemeClr val="accent1">
                  <a:alpha val="7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7185CF21-0594-48C0-9F3E-254D6BCE9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" y="0"/>
            <a:ext cx="9142400" cy="514350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41F8C064-2DC5-4758-B49C-76BFF64052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>
              <a:lumMod val="1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FBD68200-BC03-4015-860B-CD5C30CD7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5156" y="0"/>
            <a:ext cx="5906934" cy="5143500"/>
          </a:xfrm>
          <a:custGeom>
            <a:avLst/>
            <a:gdLst>
              <a:gd name="connsiteX0" fmla="*/ 0 w 7821919"/>
              <a:gd name="connsiteY0" fmla="*/ 0 h 6858000"/>
              <a:gd name="connsiteX1" fmla="*/ 6983367 w 7821919"/>
              <a:gd name="connsiteY1" fmla="*/ 0 h 6858000"/>
              <a:gd name="connsiteX2" fmla="*/ 6982269 w 7821919"/>
              <a:gd name="connsiteY2" fmla="*/ 1331 h 6858000"/>
              <a:gd name="connsiteX3" fmla="*/ 6833782 w 7821919"/>
              <a:gd name="connsiteY3" fmla="*/ 487443 h 6858000"/>
              <a:gd name="connsiteX4" fmla="*/ 6851446 w 7821919"/>
              <a:gd name="connsiteY4" fmla="*/ 662666 h 6858000"/>
              <a:gd name="connsiteX5" fmla="*/ 6857532 w 7821919"/>
              <a:gd name="connsiteY5" fmla="*/ 686333 h 6858000"/>
              <a:gd name="connsiteX6" fmla="*/ 6806927 w 7821919"/>
              <a:gd name="connsiteY6" fmla="*/ 699345 h 6858000"/>
              <a:gd name="connsiteX7" fmla="*/ 5555365 w 7821919"/>
              <a:gd name="connsiteY7" fmla="*/ 2400515 h 6858000"/>
              <a:gd name="connsiteX8" fmla="*/ 7336617 w 7821919"/>
              <a:gd name="connsiteY8" fmla="*/ 4181767 h 6858000"/>
              <a:gd name="connsiteX9" fmla="*/ 7452815 w 7821919"/>
              <a:gd name="connsiteY9" fmla="*/ 4175900 h 6858000"/>
              <a:gd name="connsiteX10" fmla="*/ 7437456 w 7821919"/>
              <a:gd name="connsiteY10" fmla="*/ 4225378 h 6858000"/>
              <a:gd name="connsiteX11" fmla="*/ 7428275 w 7821919"/>
              <a:gd name="connsiteY11" fmla="*/ 4316448 h 6858000"/>
              <a:gd name="connsiteX12" fmla="*/ 7789089 w 7821919"/>
              <a:gd name="connsiteY12" fmla="*/ 4759152 h 6858000"/>
              <a:gd name="connsiteX13" fmla="*/ 7821919 w 7821919"/>
              <a:gd name="connsiteY13" fmla="*/ 4762461 h 6858000"/>
              <a:gd name="connsiteX14" fmla="*/ 7809638 w 7821919"/>
              <a:gd name="connsiteY14" fmla="*/ 4785088 h 6858000"/>
              <a:gd name="connsiteX15" fmla="*/ 7794661 w 7821919"/>
              <a:gd name="connsiteY15" fmla="*/ 4833335 h 6858000"/>
              <a:gd name="connsiteX16" fmla="*/ 7524776 w 7821919"/>
              <a:gd name="connsiteY16" fmla="*/ 4917113 h 6858000"/>
              <a:gd name="connsiteX17" fmla="*/ 6642110 w 7821919"/>
              <a:gd name="connsiteY17" fmla="*/ 6248746 h 6858000"/>
              <a:gd name="connsiteX18" fmla="*/ 6755682 w 7821919"/>
              <a:gd name="connsiteY18" fmla="*/ 6811285 h 6858000"/>
              <a:gd name="connsiteX19" fmla="*/ 6778185 w 7821919"/>
              <a:gd name="connsiteY19" fmla="*/ 6858000 h 6858000"/>
              <a:gd name="connsiteX20" fmla="*/ 0 w 7821919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821919" h="6858000">
                <a:moveTo>
                  <a:pt x="0" y="0"/>
                </a:moveTo>
                <a:lnTo>
                  <a:pt x="6983367" y="0"/>
                </a:lnTo>
                <a:lnTo>
                  <a:pt x="6982269" y="1331"/>
                </a:lnTo>
                <a:cubicBezTo>
                  <a:pt x="6888522" y="140095"/>
                  <a:pt x="6833782" y="307376"/>
                  <a:pt x="6833782" y="487443"/>
                </a:cubicBezTo>
                <a:cubicBezTo>
                  <a:pt x="6833782" y="547466"/>
                  <a:pt x="6839864" y="606067"/>
                  <a:pt x="6851446" y="662666"/>
                </a:cubicBezTo>
                <a:lnTo>
                  <a:pt x="6857532" y="686333"/>
                </a:lnTo>
                <a:lnTo>
                  <a:pt x="6806927" y="699345"/>
                </a:lnTo>
                <a:cubicBezTo>
                  <a:pt x="6081835" y="924872"/>
                  <a:pt x="5555365" y="1601212"/>
                  <a:pt x="5555365" y="2400515"/>
                </a:cubicBezTo>
                <a:cubicBezTo>
                  <a:pt x="5555365" y="3384273"/>
                  <a:pt x="6352859" y="4181767"/>
                  <a:pt x="7336617" y="4181767"/>
                </a:cubicBezTo>
                <a:lnTo>
                  <a:pt x="7452815" y="4175900"/>
                </a:lnTo>
                <a:lnTo>
                  <a:pt x="7437456" y="4225378"/>
                </a:lnTo>
                <a:cubicBezTo>
                  <a:pt x="7431436" y="4254794"/>
                  <a:pt x="7428275" y="4285252"/>
                  <a:pt x="7428275" y="4316448"/>
                </a:cubicBezTo>
                <a:cubicBezTo>
                  <a:pt x="7428275" y="4534821"/>
                  <a:pt x="7583172" y="4717015"/>
                  <a:pt x="7789089" y="4759152"/>
                </a:cubicBezTo>
                <a:lnTo>
                  <a:pt x="7821919" y="4762461"/>
                </a:lnTo>
                <a:lnTo>
                  <a:pt x="7809638" y="4785088"/>
                </a:lnTo>
                <a:lnTo>
                  <a:pt x="7794661" y="4833335"/>
                </a:lnTo>
                <a:lnTo>
                  <a:pt x="7524776" y="4917113"/>
                </a:lnTo>
                <a:cubicBezTo>
                  <a:pt x="7006070" y="5136507"/>
                  <a:pt x="6642110" y="5650122"/>
                  <a:pt x="6642110" y="6248746"/>
                </a:cubicBezTo>
                <a:cubicBezTo>
                  <a:pt x="6642110" y="6448287"/>
                  <a:pt x="6682550" y="6638383"/>
                  <a:pt x="6755682" y="6811285"/>
                </a:cubicBezTo>
                <a:lnTo>
                  <a:pt x="6778185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15000">
                <a:schemeClr val="bg2">
                  <a:alpha val="0"/>
                </a:schemeClr>
              </a:gs>
              <a:gs pos="100000">
                <a:schemeClr val="bg2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0B5529D-5CAA-4BF2-B5C9-34705E7661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19931" cy="51435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332A6F87-AC28-4AA8-B8A6-AEBC67BD0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0675" y="316273"/>
            <a:ext cx="725361" cy="725361"/>
          </a:xfrm>
          <a:prstGeom prst="ellipse">
            <a:avLst/>
          </a:prstGeom>
          <a:gradFill>
            <a:gsLst>
              <a:gs pos="0">
                <a:schemeClr val="bg2">
                  <a:alpha val="0"/>
                </a:schemeClr>
              </a:gs>
              <a:gs pos="100000">
                <a:schemeClr val="accent1">
                  <a:alpha val="21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0">
            <a:extLst>
              <a:ext uri="{FF2B5EF4-FFF2-40B4-BE49-F238E27FC236}">
                <a16:creationId xmlns:a16="http://schemas.microsoft.com/office/drawing/2014/main" id="{8C356DDD-697C-E3DF-30C3-53120FEAE321}"/>
              </a:ext>
            </a:extLst>
          </p:cNvPr>
          <p:cNvSpPr/>
          <p:nvPr/>
        </p:nvSpPr>
        <p:spPr>
          <a:xfrm>
            <a:off x="1756938" y="2022099"/>
            <a:ext cx="6092045" cy="94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3200" b="1">
                <a:latin typeface="Times New Roman" panose="02020603050405020304" pitchFamily="18" charset="0"/>
                <a:ea typeface="Space Grotesk" pitchFamily="34" charset="-122"/>
                <a:cs typeface="Times New Roman" panose="02020603050405020304" pitchFamily="18" charset="0"/>
              </a:rPr>
              <a:t>Bank Loan Data Analysis</a:t>
            </a:r>
          </a:p>
          <a:p>
            <a:pPr marL="0" indent="0" algn="ctr">
              <a:lnSpc>
                <a:spcPts val="4000"/>
              </a:lnSpc>
              <a:buNone/>
            </a:pPr>
            <a:r>
              <a:rPr lang="en-US" sz="1600" b="1">
                <a:latin typeface="Times New Roman" panose="02020603050405020304" pitchFamily="18" charset="0"/>
                <a:ea typeface="Space Grotesk" pitchFamily="34" charset="-122"/>
                <a:cs typeface="Times New Roman" panose="02020603050405020304" pitchFamily="18" charset="0"/>
              </a:rPr>
              <a:t>                                                                      -By Group 5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7074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E88B56-EBB6-A89A-D2C0-4CCF07FFE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FE997F3-F4CB-C8BF-F729-F6149DA28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845" y="1578901"/>
            <a:ext cx="7020154" cy="356459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99CF45E-7266-8C7C-706F-493CF391FE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2400" cy="51435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E61B266-FC4D-AFDC-F864-2926AA7861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23130" cy="51435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517B6A9-95B6-F41E-43D4-4D478DF84E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1531" y="0"/>
            <a:ext cx="34289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21AE3C7-7CFE-7E44-9751-96136D0C1C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359" y="0"/>
            <a:ext cx="7779237" cy="51435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E08EA1A-9822-1BCE-49AD-450114646A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2996" y="0"/>
            <a:ext cx="20574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6DC269E-697A-CAA8-8B27-C50B11B2D8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46207" y="480918"/>
            <a:ext cx="3117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2F11D9DA-6403-1130-B5BE-BBDD43D5F4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3724CFD-88D6-93C8-9417-739879450A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454A5F97-8984-83E2-76F9-FD4449A71C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845" y="1578901"/>
            <a:ext cx="7020154" cy="3564599"/>
          </a:xfrm>
          <a:prstGeom prst="rect">
            <a:avLst/>
          </a:prstGeom>
          <a:noFill/>
        </p:spPr>
      </p:pic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972D6A35-B06A-98AB-4EB7-ECA7DDF0D8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758889" y="-1245726"/>
            <a:ext cx="4378672" cy="8391550"/>
          </a:xfrm>
          <a:custGeom>
            <a:avLst/>
            <a:gdLst>
              <a:gd name="connsiteX0" fmla="*/ 0 w 7821919"/>
              <a:gd name="connsiteY0" fmla="*/ 0 h 6858000"/>
              <a:gd name="connsiteX1" fmla="*/ 6983367 w 7821919"/>
              <a:gd name="connsiteY1" fmla="*/ 0 h 6858000"/>
              <a:gd name="connsiteX2" fmla="*/ 6982269 w 7821919"/>
              <a:gd name="connsiteY2" fmla="*/ 1331 h 6858000"/>
              <a:gd name="connsiteX3" fmla="*/ 6833782 w 7821919"/>
              <a:gd name="connsiteY3" fmla="*/ 487443 h 6858000"/>
              <a:gd name="connsiteX4" fmla="*/ 6851446 w 7821919"/>
              <a:gd name="connsiteY4" fmla="*/ 662666 h 6858000"/>
              <a:gd name="connsiteX5" fmla="*/ 6857532 w 7821919"/>
              <a:gd name="connsiteY5" fmla="*/ 686333 h 6858000"/>
              <a:gd name="connsiteX6" fmla="*/ 6806927 w 7821919"/>
              <a:gd name="connsiteY6" fmla="*/ 699345 h 6858000"/>
              <a:gd name="connsiteX7" fmla="*/ 5555365 w 7821919"/>
              <a:gd name="connsiteY7" fmla="*/ 2400515 h 6858000"/>
              <a:gd name="connsiteX8" fmla="*/ 7336617 w 7821919"/>
              <a:gd name="connsiteY8" fmla="*/ 4181767 h 6858000"/>
              <a:gd name="connsiteX9" fmla="*/ 7452815 w 7821919"/>
              <a:gd name="connsiteY9" fmla="*/ 4175900 h 6858000"/>
              <a:gd name="connsiteX10" fmla="*/ 7437456 w 7821919"/>
              <a:gd name="connsiteY10" fmla="*/ 4225378 h 6858000"/>
              <a:gd name="connsiteX11" fmla="*/ 7428275 w 7821919"/>
              <a:gd name="connsiteY11" fmla="*/ 4316448 h 6858000"/>
              <a:gd name="connsiteX12" fmla="*/ 7789089 w 7821919"/>
              <a:gd name="connsiteY12" fmla="*/ 4759152 h 6858000"/>
              <a:gd name="connsiteX13" fmla="*/ 7821919 w 7821919"/>
              <a:gd name="connsiteY13" fmla="*/ 4762461 h 6858000"/>
              <a:gd name="connsiteX14" fmla="*/ 7809638 w 7821919"/>
              <a:gd name="connsiteY14" fmla="*/ 4785088 h 6858000"/>
              <a:gd name="connsiteX15" fmla="*/ 7794661 w 7821919"/>
              <a:gd name="connsiteY15" fmla="*/ 4833335 h 6858000"/>
              <a:gd name="connsiteX16" fmla="*/ 7524776 w 7821919"/>
              <a:gd name="connsiteY16" fmla="*/ 4917113 h 6858000"/>
              <a:gd name="connsiteX17" fmla="*/ 6642110 w 7821919"/>
              <a:gd name="connsiteY17" fmla="*/ 6248746 h 6858000"/>
              <a:gd name="connsiteX18" fmla="*/ 6755682 w 7821919"/>
              <a:gd name="connsiteY18" fmla="*/ 6811285 h 6858000"/>
              <a:gd name="connsiteX19" fmla="*/ 6778185 w 7821919"/>
              <a:gd name="connsiteY19" fmla="*/ 6858000 h 6858000"/>
              <a:gd name="connsiteX20" fmla="*/ 0 w 7821919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821919" h="6858000">
                <a:moveTo>
                  <a:pt x="0" y="0"/>
                </a:moveTo>
                <a:lnTo>
                  <a:pt x="6983367" y="0"/>
                </a:lnTo>
                <a:lnTo>
                  <a:pt x="6982269" y="1331"/>
                </a:lnTo>
                <a:cubicBezTo>
                  <a:pt x="6888522" y="140095"/>
                  <a:pt x="6833782" y="307376"/>
                  <a:pt x="6833782" y="487443"/>
                </a:cubicBezTo>
                <a:cubicBezTo>
                  <a:pt x="6833782" y="547466"/>
                  <a:pt x="6839864" y="606067"/>
                  <a:pt x="6851446" y="662666"/>
                </a:cubicBezTo>
                <a:lnTo>
                  <a:pt x="6857532" y="686333"/>
                </a:lnTo>
                <a:lnTo>
                  <a:pt x="6806927" y="699345"/>
                </a:lnTo>
                <a:cubicBezTo>
                  <a:pt x="6081835" y="924872"/>
                  <a:pt x="5555365" y="1601212"/>
                  <a:pt x="5555365" y="2400515"/>
                </a:cubicBezTo>
                <a:cubicBezTo>
                  <a:pt x="5555365" y="3384273"/>
                  <a:pt x="6352859" y="4181767"/>
                  <a:pt x="7336617" y="4181767"/>
                </a:cubicBezTo>
                <a:lnTo>
                  <a:pt x="7452815" y="4175900"/>
                </a:lnTo>
                <a:lnTo>
                  <a:pt x="7437456" y="4225378"/>
                </a:lnTo>
                <a:cubicBezTo>
                  <a:pt x="7431436" y="4254794"/>
                  <a:pt x="7428275" y="4285252"/>
                  <a:pt x="7428275" y="4316448"/>
                </a:cubicBezTo>
                <a:cubicBezTo>
                  <a:pt x="7428275" y="4534821"/>
                  <a:pt x="7583172" y="4717015"/>
                  <a:pt x="7789089" y="4759152"/>
                </a:cubicBezTo>
                <a:lnTo>
                  <a:pt x="7821919" y="4762461"/>
                </a:lnTo>
                <a:lnTo>
                  <a:pt x="7809638" y="4785088"/>
                </a:lnTo>
                <a:lnTo>
                  <a:pt x="7794661" y="4833335"/>
                </a:lnTo>
                <a:lnTo>
                  <a:pt x="7524776" y="4917113"/>
                </a:lnTo>
                <a:cubicBezTo>
                  <a:pt x="7006070" y="5136507"/>
                  <a:pt x="6642110" y="5650122"/>
                  <a:pt x="6642110" y="6248746"/>
                </a:cubicBezTo>
                <a:cubicBezTo>
                  <a:pt x="6642110" y="6448287"/>
                  <a:pt x="6682550" y="6638383"/>
                  <a:pt x="6755682" y="6811285"/>
                </a:cubicBezTo>
                <a:lnTo>
                  <a:pt x="6778185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25000">
                <a:schemeClr val="accent1">
                  <a:alpha val="0"/>
                </a:schemeClr>
              </a:gs>
              <a:gs pos="100000">
                <a:schemeClr val="accent1">
                  <a:alpha val="7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0D3C60D7-7774-AF1A-2612-6E838A6090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" y="0"/>
            <a:ext cx="9142400" cy="514350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C85C5DAD-F5AC-2495-FEE7-1840D5712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>
              <a:lumMod val="1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0B3086EE-1B20-C351-2E1D-D0ADA6C73A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5156" y="0"/>
            <a:ext cx="5906934" cy="5143500"/>
          </a:xfrm>
          <a:custGeom>
            <a:avLst/>
            <a:gdLst>
              <a:gd name="connsiteX0" fmla="*/ 0 w 7821919"/>
              <a:gd name="connsiteY0" fmla="*/ 0 h 6858000"/>
              <a:gd name="connsiteX1" fmla="*/ 6983367 w 7821919"/>
              <a:gd name="connsiteY1" fmla="*/ 0 h 6858000"/>
              <a:gd name="connsiteX2" fmla="*/ 6982269 w 7821919"/>
              <a:gd name="connsiteY2" fmla="*/ 1331 h 6858000"/>
              <a:gd name="connsiteX3" fmla="*/ 6833782 w 7821919"/>
              <a:gd name="connsiteY3" fmla="*/ 487443 h 6858000"/>
              <a:gd name="connsiteX4" fmla="*/ 6851446 w 7821919"/>
              <a:gd name="connsiteY4" fmla="*/ 662666 h 6858000"/>
              <a:gd name="connsiteX5" fmla="*/ 6857532 w 7821919"/>
              <a:gd name="connsiteY5" fmla="*/ 686333 h 6858000"/>
              <a:gd name="connsiteX6" fmla="*/ 6806927 w 7821919"/>
              <a:gd name="connsiteY6" fmla="*/ 699345 h 6858000"/>
              <a:gd name="connsiteX7" fmla="*/ 5555365 w 7821919"/>
              <a:gd name="connsiteY7" fmla="*/ 2400515 h 6858000"/>
              <a:gd name="connsiteX8" fmla="*/ 7336617 w 7821919"/>
              <a:gd name="connsiteY8" fmla="*/ 4181767 h 6858000"/>
              <a:gd name="connsiteX9" fmla="*/ 7452815 w 7821919"/>
              <a:gd name="connsiteY9" fmla="*/ 4175900 h 6858000"/>
              <a:gd name="connsiteX10" fmla="*/ 7437456 w 7821919"/>
              <a:gd name="connsiteY10" fmla="*/ 4225378 h 6858000"/>
              <a:gd name="connsiteX11" fmla="*/ 7428275 w 7821919"/>
              <a:gd name="connsiteY11" fmla="*/ 4316448 h 6858000"/>
              <a:gd name="connsiteX12" fmla="*/ 7789089 w 7821919"/>
              <a:gd name="connsiteY12" fmla="*/ 4759152 h 6858000"/>
              <a:gd name="connsiteX13" fmla="*/ 7821919 w 7821919"/>
              <a:gd name="connsiteY13" fmla="*/ 4762461 h 6858000"/>
              <a:gd name="connsiteX14" fmla="*/ 7809638 w 7821919"/>
              <a:gd name="connsiteY14" fmla="*/ 4785088 h 6858000"/>
              <a:gd name="connsiteX15" fmla="*/ 7794661 w 7821919"/>
              <a:gd name="connsiteY15" fmla="*/ 4833335 h 6858000"/>
              <a:gd name="connsiteX16" fmla="*/ 7524776 w 7821919"/>
              <a:gd name="connsiteY16" fmla="*/ 4917113 h 6858000"/>
              <a:gd name="connsiteX17" fmla="*/ 6642110 w 7821919"/>
              <a:gd name="connsiteY17" fmla="*/ 6248746 h 6858000"/>
              <a:gd name="connsiteX18" fmla="*/ 6755682 w 7821919"/>
              <a:gd name="connsiteY18" fmla="*/ 6811285 h 6858000"/>
              <a:gd name="connsiteX19" fmla="*/ 6778185 w 7821919"/>
              <a:gd name="connsiteY19" fmla="*/ 6858000 h 6858000"/>
              <a:gd name="connsiteX20" fmla="*/ 0 w 7821919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821919" h="6858000">
                <a:moveTo>
                  <a:pt x="0" y="0"/>
                </a:moveTo>
                <a:lnTo>
                  <a:pt x="6983367" y="0"/>
                </a:lnTo>
                <a:lnTo>
                  <a:pt x="6982269" y="1331"/>
                </a:lnTo>
                <a:cubicBezTo>
                  <a:pt x="6888522" y="140095"/>
                  <a:pt x="6833782" y="307376"/>
                  <a:pt x="6833782" y="487443"/>
                </a:cubicBezTo>
                <a:cubicBezTo>
                  <a:pt x="6833782" y="547466"/>
                  <a:pt x="6839864" y="606067"/>
                  <a:pt x="6851446" y="662666"/>
                </a:cubicBezTo>
                <a:lnTo>
                  <a:pt x="6857532" y="686333"/>
                </a:lnTo>
                <a:lnTo>
                  <a:pt x="6806927" y="699345"/>
                </a:lnTo>
                <a:cubicBezTo>
                  <a:pt x="6081835" y="924872"/>
                  <a:pt x="5555365" y="1601212"/>
                  <a:pt x="5555365" y="2400515"/>
                </a:cubicBezTo>
                <a:cubicBezTo>
                  <a:pt x="5555365" y="3384273"/>
                  <a:pt x="6352859" y="4181767"/>
                  <a:pt x="7336617" y="4181767"/>
                </a:cubicBezTo>
                <a:lnTo>
                  <a:pt x="7452815" y="4175900"/>
                </a:lnTo>
                <a:lnTo>
                  <a:pt x="7437456" y="4225378"/>
                </a:lnTo>
                <a:cubicBezTo>
                  <a:pt x="7431436" y="4254794"/>
                  <a:pt x="7428275" y="4285252"/>
                  <a:pt x="7428275" y="4316448"/>
                </a:cubicBezTo>
                <a:cubicBezTo>
                  <a:pt x="7428275" y="4534821"/>
                  <a:pt x="7583172" y="4717015"/>
                  <a:pt x="7789089" y="4759152"/>
                </a:cubicBezTo>
                <a:lnTo>
                  <a:pt x="7821919" y="4762461"/>
                </a:lnTo>
                <a:lnTo>
                  <a:pt x="7809638" y="4785088"/>
                </a:lnTo>
                <a:lnTo>
                  <a:pt x="7794661" y="4833335"/>
                </a:lnTo>
                <a:lnTo>
                  <a:pt x="7524776" y="4917113"/>
                </a:lnTo>
                <a:cubicBezTo>
                  <a:pt x="7006070" y="5136507"/>
                  <a:pt x="6642110" y="5650122"/>
                  <a:pt x="6642110" y="6248746"/>
                </a:cubicBezTo>
                <a:cubicBezTo>
                  <a:pt x="6642110" y="6448287"/>
                  <a:pt x="6682550" y="6638383"/>
                  <a:pt x="6755682" y="6811285"/>
                </a:cubicBezTo>
                <a:lnTo>
                  <a:pt x="6778185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15000">
                <a:schemeClr val="bg2">
                  <a:alpha val="0"/>
                </a:schemeClr>
              </a:gs>
              <a:gs pos="100000">
                <a:schemeClr val="bg2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DDC122A-CD8E-162F-F2CD-CBF2C5BD9E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19931" cy="51435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6E4170FC-2109-9C34-0A65-028CA700BE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0675" y="316273"/>
            <a:ext cx="725361" cy="725361"/>
          </a:xfrm>
          <a:prstGeom prst="ellipse">
            <a:avLst/>
          </a:prstGeom>
          <a:gradFill>
            <a:gsLst>
              <a:gs pos="0">
                <a:schemeClr val="bg2">
                  <a:alpha val="0"/>
                </a:schemeClr>
              </a:gs>
              <a:gs pos="100000">
                <a:schemeClr val="accent1">
                  <a:alpha val="21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99819B-BB6C-9CEF-7780-67FC2724A7A4}"/>
              </a:ext>
            </a:extLst>
          </p:cNvPr>
          <p:cNvSpPr txBox="1"/>
          <p:nvPr/>
        </p:nvSpPr>
        <p:spPr>
          <a:xfrm>
            <a:off x="3624192" y="625367"/>
            <a:ext cx="27268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latin typeface="Times New Roman" panose="02020603050405020304" pitchFamily="18" charset="0"/>
                <a:ea typeface="Space Grotesk" pitchFamily="34" charset="-122"/>
                <a:cs typeface="Times New Roman" panose="02020603050405020304" pitchFamily="18" charset="0"/>
              </a:rPr>
              <a:t>Project Overview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665573-1C43-50B0-5A51-8B0E2D38D011}"/>
              </a:ext>
            </a:extLst>
          </p:cNvPr>
          <p:cNvSpPr txBox="1"/>
          <p:nvPr/>
        </p:nvSpPr>
        <p:spPr>
          <a:xfrm>
            <a:off x="1002660" y="1357907"/>
            <a:ext cx="7891128" cy="2951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Analyzed </a:t>
            </a: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Bank Loan data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to identify key business insights.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Performed </a:t>
            </a: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IN" sz="1400"/>
              <a:t>cleaning</a:t>
            </a: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 and preprocessing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to prepare the datasets.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to analyze data and calculate </a:t>
            </a: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5 key KPIs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Created dashboards using </a:t>
            </a: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Excel, Power BI, and Tableau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Used charts, KPIs, and filters to visualize important loan trends.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Generated </a:t>
            </a: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insights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to support better decision-making.</a:t>
            </a:r>
            <a:b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6734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17CC78-B3CC-0DD6-6677-0F72E3B28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FAB54DB-20C1-670E-1EF2-55FE855B7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845" y="1578901"/>
            <a:ext cx="7020154" cy="356459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DB9E944-EBB1-CD5E-2805-E0588441D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2400" cy="51435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81246A27-C3B0-B9B6-C3E4-0C0412B99D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23130" cy="51435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2E614CA-6708-4CFD-9560-2B4818BC4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1531" y="0"/>
            <a:ext cx="34289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D8D6692-F39A-F4A4-5F26-C987CF3C2A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359" y="0"/>
            <a:ext cx="7779237" cy="51435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5B77F8C-FF1E-C115-EACB-2ADB48CF08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2996" y="0"/>
            <a:ext cx="20574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6DFD663-4DCD-0DFC-5BF2-D04D22B80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46207" y="480918"/>
            <a:ext cx="3117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25C3B3D3-7064-F4EC-66F9-D290F1AAD9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63DDB91-4458-6B3C-C444-027239FA2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25D8F07C-8F9F-4DE7-A3E5-A1DC05BD0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845" y="1578901"/>
            <a:ext cx="7020154" cy="3564599"/>
          </a:xfrm>
          <a:prstGeom prst="rect">
            <a:avLst/>
          </a:prstGeom>
          <a:noFill/>
        </p:spPr>
      </p:pic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F63E6489-3BFE-1966-D7A3-C9964C2E4D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758889" y="-1245726"/>
            <a:ext cx="4378672" cy="8391550"/>
          </a:xfrm>
          <a:custGeom>
            <a:avLst/>
            <a:gdLst>
              <a:gd name="connsiteX0" fmla="*/ 0 w 7821919"/>
              <a:gd name="connsiteY0" fmla="*/ 0 h 6858000"/>
              <a:gd name="connsiteX1" fmla="*/ 6983367 w 7821919"/>
              <a:gd name="connsiteY1" fmla="*/ 0 h 6858000"/>
              <a:gd name="connsiteX2" fmla="*/ 6982269 w 7821919"/>
              <a:gd name="connsiteY2" fmla="*/ 1331 h 6858000"/>
              <a:gd name="connsiteX3" fmla="*/ 6833782 w 7821919"/>
              <a:gd name="connsiteY3" fmla="*/ 487443 h 6858000"/>
              <a:gd name="connsiteX4" fmla="*/ 6851446 w 7821919"/>
              <a:gd name="connsiteY4" fmla="*/ 662666 h 6858000"/>
              <a:gd name="connsiteX5" fmla="*/ 6857532 w 7821919"/>
              <a:gd name="connsiteY5" fmla="*/ 686333 h 6858000"/>
              <a:gd name="connsiteX6" fmla="*/ 6806927 w 7821919"/>
              <a:gd name="connsiteY6" fmla="*/ 699345 h 6858000"/>
              <a:gd name="connsiteX7" fmla="*/ 5555365 w 7821919"/>
              <a:gd name="connsiteY7" fmla="*/ 2400515 h 6858000"/>
              <a:gd name="connsiteX8" fmla="*/ 7336617 w 7821919"/>
              <a:gd name="connsiteY8" fmla="*/ 4181767 h 6858000"/>
              <a:gd name="connsiteX9" fmla="*/ 7452815 w 7821919"/>
              <a:gd name="connsiteY9" fmla="*/ 4175900 h 6858000"/>
              <a:gd name="connsiteX10" fmla="*/ 7437456 w 7821919"/>
              <a:gd name="connsiteY10" fmla="*/ 4225378 h 6858000"/>
              <a:gd name="connsiteX11" fmla="*/ 7428275 w 7821919"/>
              <a:gd name="connsiteY11" fmla="*/ 4316448 h 6858000"/>
              <a:gd name="connsiteX12" fmla="*/ 7789089 w 7821919"/>
              <a:gd name="connsiteY12" fmla="*/ 4759152 h 6858000"/>
              <a:gd name="connsiteX13" fmla="*/ 7821919 w 7821919"/>
              <a:gd name="connsiteY13" fmla="*/ 4762461 h 6858000"/>
              <a:gd name="connsiteX14" fmla="*/ 7809638 w 7821919"/>
              <a:gd name="connsiteY14" fmla="*/ 4785088 h 6858000"/>
              <a:gd name="connsiteX15" fmla="*/ 7794661 w 7821919"/>
              <a:gd name="connsiteY15" fmla="*/ 4833335 h 6858000"/>
              <a:gd name="connsiteX16" fmla="*/ 7524776 w 7821919"/>
              <a:gd name="connsiteY16" fmla="*/ 4917113 h 6858000"/>
              <a:gd name="connsiteX17" fmla="*/ 6642110 w 7821919"/>
              <a:gd name="connsiteY17" fmla="*/ 6248746 h 6858000"/>
              <a:gd name="connsiteX18" fmla="*/ 6755682 w 7821919"/>
              <a:gd name="connsiteY18" fmla="*/ 6811285 h 6858000"/>
              <a:gd name="connsiteX19" fmla="*/ 6778185 w 7821919"/>
              <a:gd name="connsiteY19" fmla="*/ 6858000 h 6858000"/>
              <a:gd name="connsiteX20" fmla="*/ 0 w 7821919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821919" h="6858000">
                <a:moveTo>
                  <a:pt x="0" y="0"/>
                </a:moveTo>
                <a:lnTo>
                  <a:pt x="6983367" y="0"/>
                </a:lnTo>
                <a:lnTo>
                  <a:pt x="6982269" y="1331"/>
                </a:lnTo>
                <a:cubicBezTo>
                  <a:pt x="6888522" y="140095"/>
                  <a:pt x="6833782" y="307376"/>
                  <a:pt x="6833782" y="487443"/>
                </a:cubicBezTo>
                <a:cubicBezTo>
                  <a:pt x="6833782" y="547466"/>
                  <a:pt x="6839864" y="606067"/>
                  <a:pt x="6851446" y="662666"/>
                </a:cubicBezTo>
                <a:lnTo>
                  <a:pt x="6857532" y="686333"/>
                </a:lnTo>
                <a:lnTo>
                  <a:pt x="6806927" y="699345"/>
                </a:lnTo>
                <a:cubicBezTo>
                  <a:pt x="6081835" y="924872"/>
                  <a:pt x="5555365" y="1601212"/>
                  <a:pt x="5555365" y="2400515"/>
                </a:cubicBezTo>
                <a:cubicBezTo>
                  <a:pt x="5555365" y="3384273"/>
                  <a:pt x="6352859" y="4181767"/>
                  <a:pt x="7336617" y="4181767"/>
                </a:cubicBezTo>
                <a:lnTo>
                  <a:pt x="7452815" y="4175900"/>
                </a:lnTo>
                <a:lnTo>
                  <a:pt x="7437456" y="4225378"/>
                </a:lnTo>
                <a:cubicBezTo>
                  <a:pt x="7431436" y="4254794"/>
                  <a:pt x="7428275" y="4285252"/>
                  <a:pt x="7428275" y="4316448"/>
                </a:cubicBezTo>
                <a:cubicBezTo>
                  <a:pt x="7428275" y="4534821"/>
                  <a:pt x="7583172" y="4717015"/>
                  <a:pt x="7789089" y="4759152"/>
                </a:cubicBezTo>
                <a:lnTo>
                  <a:pt x="7821919" y="4762461"/>
                </a:lnTo>
                <a:lnTo>
                  <a:pt x="7809638" y="4785088"/>
                </a:lnTo>
                <a:lnTo>
                  <a:pt x="7794661" y="4833335"/>
                </a:lnTo>
                <a:lnTo>
                  <a:pt x="7524776" y="4917113"/>
                </a:lnTo>
                <a:cubicBezTo>
                  <a:pt x="7006070" y="5136507"/>
                  <a:pt x="6642110" y="5650122"/>
                  <a:pt x="6642110" y="6248746"/>
                </a:cubicBezTo>
                <a:cubicBezTo>
                  <a:pt x="6642110" y="6448287"/>
                  <a:pt x="6682550" y="6638383"/>
                  <a:pt x="6755682" y="6811285"/>
                </a:cubicBezTo>
                <a:lnTo>
                  <a:pt x="6778185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25000">
                <a:schemeClr val="accent1">
                  <a:alpha val="0"/>
                </a:schemeClr>
              </a:gs>
              <a:gs pos="100000">
                <a:schemeClr val="accent1">
                  <a:alpha val="7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67DAC12D-D753-84B4-80C5-7B6677B58A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" y="0"/>
            <a:ext cx="9142400" cy="514350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CCCA8783-F3C9-38C2-F94F-ED6C363046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>
              <a:lumMod val="1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9A3D0C67-C738-ACE9-BFEA-A5390428A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5156" y="0"/>
            <a:ext cx="5906934" cy="5143500"/>
          </a:xfrm>
          <a:custGeom>
            <a:avLst/>
            <a:gdLst>
              <a:gd name="connsiteX0" fmla="*/ 0 w 7821919"/>
              <a:gd name="connsiteY0" fmla="*/ 0 h 6858000"/>
              <a:gd name="connsiteX1" fmla="*/ 6983367 w 7821919"/>
              <a:gd name="connsiteY1" fmla="*/ 0 h 6858000"/>
              <a:gd name="connsiteX2" fmla="*/ 6982269 w 7821919"/>
              <a:gd name="connsiteY2" fmla="*/ 1331 h 6858000"/>
              <a:gd name="connsiteX3" fmla="*/ 6833782 w 7821919"/>
              <a:gd name="connsiteY3" fmla="*/ 487443 h 6858000"/>
              <a:gd name="connsiteX4" fmla="*/ 6851446 w 7821919"/>
              <a:gd name="connsiteY4" fmla="*/ 662666 h 6858000"/>
              <a:gd name="connsiteX5" fmla="*/ 6857532 w 7821919"/>
              <a:gd name="connsiteY5" fmla="*/ 686333 h 6858000"/>
              <a:gd name="connsiteX6" fmla="*/ 6806927 w 7821919"/>
              <a:gd name="connsiteY6" fmla="*/ 699345 h 6858000"/>
              <a:gd name="connsiteX7" fmla="*/ 5555365 w 7821919"/>
              <a:gd name="connsiteY7" fmla="*/ 2400515 h 6858000"/>
              <a:gd name="connsiteX8" fmla="*/ 7336617 w 7821919"/>
              <a:gd name="connsiteY8" fmla="*/ 4181767 h 6858000"/>
              <a:gd name="connsiteX9" fmla="*/ 7452815 w 7821919"/>
              <a:gd name="connsiteY9" fmla="*/ 4175900 h 6858000"/>
              <a:gd name="connsiteX10" fmla="*/ 7437456 w 7821919"/>
              <a:gd name="connsiteY10" fmla="*/ 4225378 h 6858000"/>
              <a:gd name="connsiteX11" fmla="*/ 7428275 w 7821919"/>
              <a:gd name="connsiteY11" fmla="*/ 4316448 h 6858000"/>
              <a:gd name="connsiteX12" fmla="*/ 7789089 w 7821919"/>
              <a:gd name="connsiteY12" fmla="*/ 4759152 h 6858000"/>
              <a:gd name="connsiteX13" fmla="*/ 7821919 w 7821919"/>
              <a:gd name="connsiteY13" fmla="*/ 4762461 h 6858000"/>
              <a:gd name="connsiteX14" fmla="*/ 7809638 w 7821919"/>
              <a:gd name="connsiteY14" fmla="*/ 4785088 h 6858000"/>
              <a:gd name="connsiteX15" fmla="*/ 7794661 w 7821919"/>
              <a:gd name="connsiteY15" fmla="*/ 4833335 h 6858000"/>
              <a:gd name="connsiteX16" fmla="*/ 7524776 w 7821919"/>
              <a:gd name="connsiteY16" fmla="*/ 4917113 h 6858000"/>
              <a:gd name="connsiteX17" fmla="*/ 6642110 w 7821919"/>
              <a:gd name="connsiteY17" fmla="*/ 6248746 h 6858000"/>
              <a:gd name="connsiteX18" fmla="*/ 6755682 w 7821919"/>
              <a:gd name="connsiteY18" fmla="*/ 6811285 h 6858000"/>
              <a:gd name="connsiteX19" fmla="*/ 6778185 w 7821919"/>
              <a:gd name="connsiteY19" fmla="*/ 6858000 h 6858000"/>
              <a:gd name="connsiteX20" fmla="*/ 0 w 7821919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821919" h="6858000">
                <a:moveTo>
                  <a:pt x="0" y="0"/>
                </a:moveTo>
                <a:lnTo>
                  <a:pt x="6983367" y="0"/>
                </a:lnTo>
                <a:lnTo>
                  <a:pt x="6982269" y="1331"/>
                </a:lnTo>
                <a:cubicBezTo>
                  <a:pt x="6888522" y="140095"/>
                  <a:pt x="6833782" y="307376"/>
                  <a:pt x="6833782" y="487443"/>
                </a:cubicBezTo>
                <a:cubicBezTo>
                  <a:pt x="6833782" y="547466"/>
                  <a:pt x="6839864" y="606067"/>
                  <a:pt x="6851446" y="662666"/>
                </a:cubicBezTo>
                <a:lnTo>
                  <a:pt x="6857532" y="686333"/>
                </a:lnTo>
                <a:lnTo>
                  <a:pt x="6806927" y="699345"/>
                </a:lnTo>
                <a:cubicBezTo>
                  <a:pt x="6081835" y="924872"/>
                  <a:pt x="5555365" y="1601212"/>
                  <a:pt x="5555365" y="2400515"/>
                </a:cubicBezTo>
                <a:cubicBezTo>
                  <a:pt x="5555365" y="3384273"/>
                  <a:pt x="6352859" y="4181767"/>
                  <a:pt x="7336617" y="4181767"/>
                </a:cubicBezTo>
                <a:lnTo>
                  <a:pt x="7452815" y="4175900"/>
                </a:lnTo>
                <a:lnTo>
                  <a:pt x="7437456" y="4225378"/>
                </a:lnTo>
                <a:cubicBezTo>
                  <a:pt x="7431436" y="4254794"/>
                  <a:pt x="7428275" y="4285252"/>
                  <a:pt x="7428275" y="4316448"/>
                </a:cubicBezTo>
                <a:cubicBezTo>
                  <a:pt x="7428275" y="4534821"/>
                  <a:pt x="7583172" y="4717015"/>
                  <a:pt x="7789089" y="4759152"/>
                </a:cubicBezTo>
                <a:lnTo>
                  <a:pt x="7821919" y="4762461"/>
                </a:lnTo>
                <a:lnTo>
                  <a:pt x="7809638" y="4785088"/>
                </a:lnTo>
                <a:lnTo>
                  <a:pt x="7794661" y="4833335"/>
                </a:lnTo>
                <a:lnTo>
                  <a:pt x="7524776" y="4917113"/>
                </a:lnTo>
                <a:cubicBezTo>
                  <a:pt x="7006070" y="5136507"/>
                  <a:pt x="6642110" y="5650122"/>
                  <a:pt x="6642110" y="6248746"/>
                </a:cubicBezTo>
                <a:cubicBezTo>
                  <a:pt x="6642110" y="6448287"/>
                  <a:pt x="6682550" y="6638383"/>
                  <a:pt x="6755682" y="6811285"/>
                </a:cubicBezTo>
                <a:lnTo>
                  <a:pt x="6778185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15000">
                <a:schemeClr val="bg2">
                  <a:alpha val="0"/>
                </a:schemeClr>
              </a:gs>
              <a:gs pos="100000">
                <a:schemeClr val="bg2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C785780-FABC-932A-A6F8-CDA394E07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19931" cy="51435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6E54A03A-69C8-129C-3860-102CCBF7F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0675" y="316273"/>
            <a:ext cx="725361" cy="725361"/>
          </a:xfrm>
          <a:prstGeom prst="ellipse">
            <a:avLst/>
          </a:prstGeom>
          <a:gradFill>
            <a:gsLst>
              <a:gs pos="0">
                <a:schemeClr val="bg2">
                  <a:alpha val="0"/>
                </a:schemeClr>
              </a:gs>
              <a:gs pos="100000">
                <a:schemeClr val="accent1">
                  <a:alpha val="21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C39813-49EC-5C19-2E78-538F0807BD26}"/>
              </a:ext>
            </a:extLst>
          </p:cNvPr>
          <p:cNvSpPr txBox="1"/>
          <p:nvPr/>
        </p:nvSpPr>
        <p:spPr>
          <a:xfrm>
            <a:off x="3589903" y="698940"/>
            <a:ext cx="271664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latin typeface="Times New Roman" panose="02020603050405020304" pitchFamily="18" charset="0"/>
                <a:ea typeface="Space Grotesk" pitchFamily="34" charset="-122"/>
                <a:cs typeface="Times New Roman" panose="02020603050405020304" pitchFamily="18" charset="0"/>
              </a:rPr>
              <a:t>Problem Statement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CE7204-2EA2-B714-FC38-99A498828480}"/>
              </a:ext>
            </a:extLst>
          </p:cNvPr>
          <p:cNvSpPr txBox="1"/>
          <p:nvPr/>
        </p:nvSpPr>
        <p:spPr>
          <a:xfrm>
            <a:off x="916541" y="1398137"/>
            <a:ext cx="789112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Bank loan datasets contain large amounts of </a:t>
            </a: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raw and unstructured information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, making analysis difficult.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It is challenging to identify </a:t>
            </a: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loan performance and customer-related trends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from raw data.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Manual analysis of loan applications, funding, payments, and verification status can be </a:t>
            </a: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 and inefficient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to calculate important </a:t>
            </a: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Key Performance Indicators (KPIs)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for effective loan analysis.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A centralized and interactive dashboard is required to </a:t>
            </a: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visualize data and identify meaningful patterns.</a:t>
            </a:r>
            <a:b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7630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7AAC63-50FF-53CF-7E56-F14E7EB71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5001BC3-B64B-C72F-9E16-13DE02BC4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845" y="1578901"/>
            <a:ext cx="7020154" cy="356459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E47BE71-405A-F338-5F86-8D4891549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2400" cy="51435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BFC6BC7-96B3-479B-355E-0A663A66E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23130" cy="51435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83393BD-F55B-D415-BCE4-D7D8177206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1531" y="0"/>
            <a:ext cx="34289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BC5A44E-B8ED-6752-8831-20C0526AC5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359" y="0"/>
            <a:ext cx="7779237" cy="51435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2E81025-B415-3BD3-DECF-9A3E8822E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2996" y="0"/>
            <a:ext cx="20574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CDE4792-08A6-9F68-BE95-B64A44E9A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46207" y="480918"/>
            <a:ext cx="3117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DDA10741-0543-DEFC-206C-57CA7ED09E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4144AA2-CBED-1610-DBD9-ABAEBD6C10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76D5E60-CA2D-AAA6-D126-A16A5A6164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845" y="1578901"/>
            <a:ext cx="7020154" cy="3564599"/>
          </a:xfrm>
          <a:prstGeom prst="rect">
            <a:avLst/>
          </a:prstGeom>
          <a:noFill/>
        </p:spPr>
      </p:pic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2C5E9D17-AD76-77AB-0C9D-D189BCCB4F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758889" y="-1245726"/>
            <a:ext cx="4378672" cy="8391550"/>
          </a:xfrm>
          <a:custGeom>
            <a:avLst/>
            <a:gdLst>
              <a:gd name="connsiteX0" fmla="*/ 0 w 7821919"/>
              <a:gd name="connsiteY0" fmla="*/ 0 h 6858000"/>
              <a:gd name="connsiteX1" fmla="*/ 6983367 w 7821919"/>
              <a:gd name="connsiteY1" fmla="*/ 0 h 6858000"/>
              <a:gd name="connsiteX2" fmla="*/ 6982269 w 7821919"/>
              <a:gd name="connsiteY2" fmla="*/ 1331 h 6858000"/>
              <a:gd name="connsiteX3" fmla="*/ 6833782 w 7821919"/>
              <a:gd name="connsiteY3" fmla="*/ 487443 h 6858000"/>
              <a:gd name="connsiteX4" fmla="*/ 6851446 w 7821919"/>
              <a:gd name="connsiteY4" fmla="*/ 662666 h 6858000"/>
              <a:gd name="connsiteX5" fmla="*/ 6857532 w 7821919"/>
              <a:gd name="connsiteY5" fmla="*/ 686333 h 6858000"/>
              <a:gd name="connsiteX6" fmla="*/ 6806927 w 7821919"/>
              <a:gd name="connsiteY6" fmla="*/ 699345 h 6858000"/>
              <a:gd name="connsiteX7" fmla="*/ 5555365 w 7821919"/>
              <a:gd name="connsiteY7" fmla="*/ 2400515 h 6858000"/>
              <a:gd name="connsiteX8" fmla="*/ 7336617 w 7821919"/>
              <a:gd name="connsiteY8" fmla="*/ 4181767 h 6858000"/>
              <a:gd name="connsiteX9" fmla="*/ 7452815 w 7821919"/>
              <a:gd name="connsiteY9" fmla="*/ 4175900 h 6858000"/>
              <a:gd name="connsiteX10" fmla="*/ 7437456 w 7821919"/>
              <a:gd name="connsiteY10" fmla="*/ 4225378 h 6858000"/>
              <a:gd name="connsiteX11" fmla="*/ 7428275 w 7821919"/>
              <a:gd name="connsiteY11" fmla="*/ 4316448 h 6858000"/>
              <a:gd name="connsiteX12" fmla="*/ 7789089 w 7821919"/>
              <a:gd name="connsiteY12" fmla="*/ 4759152 h 6858000"/>
              <a:gd name="connsiteX13" fmla="*/ 7821919 w 7821919"/>
              <a:gd name="connsiteY13" fmla="*/ 4762461 h 6858000"/>
              <a:gd name="connsiteX14" fmla="*/ 7809638 w 7821919"/>
              <a:gd name="connsiteY14" fmla="*/ 4785088 h 6858000"/>
              <a:gd name="connsiteX15" fmla="*/ 7794661 w 7821919"/>
              <a:gd name="connsiteY15" fmla="*/ 4833335 h 6858000"/>
              <a:gd name="connsiteX16" fmla="*/ 7524776 w 7821919"/>
              <a:gd name="connsiteY16" fmla="*/ 4917113 h 6858000"/>
              <a:gd name="connsiteX17" fmla="*/ 6642110 w 7821919"/>
              <a:gd name="connsiteY17" fmla="*/ 6248746 h 6858000"/>
              <a:gd name="connsiteX18" fmla="*/ 6755682 w 7821919"/>
              <a:gd name="connsiteY18" fmla="*/ 6811285 h 6858000"/>
              <a:gd name="connsiteX19" fmla="*/ 6778185 w 7821919"/>
              <a:gd name="connsiteY19" fmla="*/ 6858000 h 6858000"/>
              <a:gd name="connsiteX20" fmla="*/ 0 w 7821919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821919" h="6858000">
                <a:moveTo>
                  <a:pt x="0" y="0"/>
                </a:moveTo>
                <a:lnTo>
                  <a:pt x="6983367" y="0"/>
                </a:lnTo>
                <a:lnTo>
                  <a:pt x="6982269" y="1331"/>
                </a:lnTo>
                <a:cubicBezTo>
                  <a:pt x="6888522" y="140095"/>
                  <a:pt x="6833782" y="307376"/>
                  <a:pt x="6833782" y="487443"/>
                </a:cubicBezTo>
                <a:cubicBezTo>
                  <a:pt x="6833782" y="547466"/>
                  <a:pt x="6839864" y="606067"/>
                  <a:pt x="6851446" y="662666"/>
                </a:cubicBezTo>
                <a:lnTo>
                  <a:pt x="6857532" y="686333"/>
                </a:lnTo>
                <a:lnTo>
                  <a:pt x="6806927" y="699345"/>
                </a:lnTo>
                <a:cubicBezTo>
                  <a:pt x="6081835" y="924872"/>
                  <a:pt x="5555365" y="1601212"/>
                  <a:pt x="5555365" y="2400515"/>
                </a:cubicBezTo>
                <a:cubicBezTo>
                  <a:pt x="5555365" y="3384273"/>
                  <a:pt x="6352859" y="4181767"/>
                  <a:pt x="7336617" y="4181767"/>
                </a:cubicBezTo>
                <a:lnTo>
                  <a:pt x="7452815" y="4175900"/>
                </a:lnTo>
                <a:lnTo>
                  <a:pt x="7437456" y="4225378"/>
                </a:lnTo>
                <a:cubicBezTo>
                  <a:pt x="7431436" y="4254794"/>
                  <a:pt x="7428275" y="4285252"/>
                  <a:pt x="7428275" y="4316448"/>
                </a:cubicBezTo>
                <a:cubicBezTo>
                  <a:pt x="7428275" y="4534821"/>
                  <a:pt x="7583172" y="4717015"/>
                  <a:pt x="7789089" y="4759152"/>
                </a:cubicBezTo>
                <a:lnTo>
                  <a:pt x="7821919" y="4762461"/>
                </a:lnTo>
                <a:lnTo>
                  <a:pt x="7809638" y="4785088"/>
                </a:lnTo>
                <a:lnTo>
                  <a:pt x="7794661" y="4833335"/>
                </a:lnTo>
                <a:lnTo>
                  <a:pt x="7524776" y="4917113"/>
                </a:lnTo>
                <a:cubicBezTo>
                  <a:pt x="7006070" y="5136507"/>
                  <a:pt x="6642110" y="5650122"/>
                  <a:pt x="6642110" y="6248746"/>
                </a:cubicBezTo>
                <a:cubicBezTo>
                  <a:pt x="6642110" y="6448287"/>
                  <a:pt x="6682550" y="6638383"/>
                  <a:pt x="6755682" y="6811285"/>
                </a:cubicBezTo>
                <a:lnTo>
                  <a:pt x="6778185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25000">
                <a:schemeClr val="accent1">
                  <a:alpha val="0"/>
                </a:schemeClr>
              </a:gs>
              <a:gs pos="100000">
                <a:schemeClr val="accent1">
                  <a:alpha val="7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73132F2C-D7E4-C95A-07DF-C641F24ED5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" y="0"/>
            <a:ext cx="9142400" cy="514350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7D602C91-B5F8-706C-69B3-27DEE6A3F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>
              <a:lumMod val="1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9BAEF23D-005B-4391-1F76-585624D120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5156" y="0"/>
            <a:ext cx="5906934" cy="5143500"/>
          </a:xfrm>
          <a:custGeom>
            <a:avLst/>
            <a:gdLst>
              <a:gd name="connsiteX0" fmla="*/ 0 w 7821919"/>
              <a:gd name="connsiteY0" fmla="*/ 0 h 6858000"/>
              <a:gd name="connsiteX1" fmla="*/ 6983367 w 7821919"/>
              <a:gd name="connsiteY1" fmla="*/ 0 h 6858000"/>
              <a:gd name="connsiteX2" fmla="*/ 6982269 w 7821919"/>
              <a:gd name="connsiteY2" fmla="*/ 1331 h 6858000"/>
              <a:gd name="connsiteX3" fmla="*/ 6833782 w 7821919"/>
              <a:gd name="connsiteY3" fmla="*/ 487443 h 6858000"/>
              <a:gd name="connsiteX4" fmla="*/ 6851446 w 7821919"/>
              <a:gd name="connsiteY4" fmla="*/ 662666 h 6858000"/>
              <a:gd name="connsiteX5" fmla="*/ 6857532 w 7821919"/>
              <a:gd name="connsiteY5" fmla="*/ 686333 h 6858000"/>
              <a:gd name="connsiteX6" fmla="*/ 6806927 w 7821919"/>
              <a:gd name="connsiteY6" fmla="*/ 699345 h 6858000"/>
              <a:gd name="connsiteX7" fmla="*/ 5555365 w 7821919"/>
              <a:gd name="connsiteY7" fmla="*/ 2400515 h 6858000"/>
              <a:gd name="connsiteX8" fmla="*/ 7336617 w 7821919"/>
              <a:gd name="connsiteY8" fmla="*/ 4181767 h 6858000"/>
              <a:gd name="connsiteX9" fmla="*/ 7452815 w 7821919"/>
              <a:gd name="connsiteY9" fmla="*/ 4175900 h 6858000"/>
              <a:gd name="connsiteX10" fmla="*/ 7437456 w 7821919"/>
              <a:gd name="connsiteY10" fmla="*/ 4225378 h 6858000"/>
              <a:gd name="connsiteX11" fmla="*/ 7428275 w 7821919"/>
              <a:gd name="connsiteY11" fmla="*/ 4316448 h 6858000"/>
              <a:gd name="connsiteX12" fmla="*/ 7789089 w 7821919"/>
              <a:gd name="connsiteY12" fmla="*/ 4759152 h 6858000"/>
              <a:gd name="connsiteX13" fmla="*/ 7821919 w 7821919"/>
              <a:gd name="connsiteY13" fmla="*/ 4762461 h 6858000"/>
              <a:gd name="connsiteX14" fmla="*/ 7809638 w 7821919"/>
              <a:gd name="connsiteY14" fmla="*/ 4785088 h 6858000"/>
              <a:gd name="connsiteX15" fmla="*/ 7794661 w 7821919"/>
              <a:gd name="connsiteY15" fmla="*/ 4833335 h 6858000"/>
              <a:gd name="connsiteX16" fmla="*/ 7524776 w 7821919"/>
              <a:gd name="connsiteY16" fmla="*/ 4917113 h 6858000"/>
              <a:gd name="connsiteX17" fmla="*/ 6642110 w 7821919"/>
              <a:gd name="connsiteY17" fmla="*/ 6248746 h 6858000"/>
              <a:gd name="connsiteX18" fmla="*/ 6755682 w 7821919"/>
              <a:gd name="connsiteY18" fmla="*/ 6811285 h 6858000"/>
              <a:gd name="connsiteX19" fmla="*/ 6778185 w 7821919"/>
              <a:gd name="connsiteY19" fmla="*/ 6858000 h 6858000"/>
              <a:gd name="connsiteX20" fmla="*/ 0 w 7821919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821919" h="6858000">
                <a:moveTo>
                  <a:pt x="0" y="0"/>
                </a:moveTo>
                <a:lnTo>
                  <a:pt x="6983367" y="0"/>
                </a:lnTo>
                <a:lnTo>
                  <a:pt x="6982269" y="1331"/>
                </a:lnTo>
                <a:cubicBezTo>
                  <a:pt x="6888522" y="140095"/>
                  <a:pt x="6833782" y="307376"/>
                  <a:pt x="6833782" y="487443"/>
                </a:cubicBezTo>
                <a:cubicBezTo>
                  <a:pt x="6833782" y="547466"/>
                  <a:pt x="6839864" y="606067"/>
                  <a:pt x="6851446" y="662666"/>
                </a:cubicBezTo>
                <a:lnTo>
                  <a:pt x="6857532" y="686333"/>
                </a:lnTo>
                <a:lnTo>
                  <a:pt x="6806927" y="699345"/>
                </a:lnTo>
                <a:cubicBezTo>
                  <a:pt x="6081835" y="924872"/>
                  <a:pt x="5555365" y="1601212"/>
                  <a:pt x="5555365" y="2400515"/>
                </a:cubicBezTo>
                <a:cubicBezTo>
                  <a:pt x="5555365" y="3384273"/>
                  <a:pt x="6352859" y="4181767"/>
                  <a:pt x="7336617" y="4181767"/>
                </a:cubicBezTo>
                <a:lnTo>
                  <a:pt x="7452815" y="4175900"/>
                </a:lnTo>
                <a:lnTo>
                  <a:pt x="7437456" y="4225378"/>
                </a:lnTo>
                <a:cubicBezTo>
                  <a:pt x="7431436" y="4254794"/>
                  <a:pt x="7428275" y="4285252"/>
                  <a:pt x="7428275" y="4316448"/>
                </a:cubicBezTo>
                <a:cubicBezTo>
                  <a:pt x="7428275" y="4534821"/>
                  <a:pt x="7583172" y="4717015"/>
                  <a:pt x="7789089" y="4759152"/>
                </a:cubicBezTo>
                <a:lnTo>
                  <a:pt x="7821919" y="4762461"/>
                </a:lnTo>
                <a:lnTo>
                  <a:pt x="7809638" y="4785088"/>
                </a:lnTo>
                <a:lnTo>
                  <a:pt x="7794661" y="4833335"/>
                </a:lnTo>
                <a:lnTo>
                  <a:pt x="7524776" y="4917113"/>
                </a:lnTo>
                <a:cubicBezTo>
                  <a:pt x="7006070" y="5136507"/>
                  <a:pt x="6642110" y="5650122"/>
                  <a:pt x="6642110" y="6248746"/>
                </a:cubicBezTo>
                <a:cubicBezTo>
                  <a:pt x="6642110" y="6448287"/>
                  <a:pt x="6682550" y="6638383"/>
                  <a:pt x="6755682" y="6811285"/>
                </a:cubicBezTo>
                <a:lnTo>
                  <a:pt x="6778185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15000">
                <a:schemeClr val="bg2">
                  <a:alpha val="0"/>
                </a:schemeClr>
              </a:gs>
              <a:gs pos="100000">
                <a:schemeClr val="bg2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43FF06F-416C-F5FE-D44B-53C779720F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19931" cy="51435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D8E94744-7D87-FB04-0133-FB717CAE4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0675" y="316273"/>
            <a:ext cx="725361" cy="725361"/>
          </a:xfrm>
          <a:prstGeom prst="ellipse">
            <a:avLst/>
          </a:prstGeom>
          <a:gradFill>
            <a:gsLst>
              <a:gs pos="0">
                <a:schemeClr val="bg2">
                  <a:alpha val="0"/>
                </a:schemeClr>
              </a:gs>
              <a:gs pos="100000">
                <a:schemeClr val="accent1">
                  <a:alpha val="21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AD47742C-ECFB-FE14-93CA-2E4790343218}"/>
              </a:ext>
            </a:extLst>
          </p:cNvPr>
          <p:cNvSpPr/>
          <p:nvPr/>
        </p:nvSpPr>
        <p:spPr>
          <a:xfrm>
            <a:off x="1641675" y="606042"/>
            <a:ext cx="6285929" cy="80792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sz="3600" b="1">
                <a:latin typeface="Times New Roman" panose="02020603050405020304" pitchFamily="18" charset="0"/>
                <a:ea typeface="Space Grotesk" pitchFamily="34" charset="-122"/>
                <a:cs typeface="Times New Roman" panose="02020603050405020304" pitchFamily="18" charset="0"/>
              </a:rPr>
              <a:t>Data Cleaning and Preparation</a:t>
            </a:r>
            <a:endParaRPr lang="en-US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fontAlgn="auto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  <a:defRPr/>
            </a:pPr>
            <a:endParaRPr kumimoji="0" lang="en-US" sz="3600" u="none" strike="noStrike" spc="0" normalizeH="0" baseline="0" noProof="0">
              <a:ln>
                <a:noFill/>
              </a:ln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258AB71-0A2C-C7CC-D896-1E6108E2EC65}"/>
              </a:ext>
            </a:extLst>
          </p:cNvPr>
          <p:cNvGraphicFramePr>
            <a:graphicFrameLocks noGrp="1"/>
          </p:cNvGraphicFramePr>
          <p:nvPr/>
        </p:nvGraphicFramePr>
        <p:xfrm>
          <a:off x="1209169" y="1771125"/>
          <a:ext cx="7478110" cy="2372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3203">
                  <a:extLst>
                    <a:ext uri="{9D8B030D-6E8A-4147-A177-3AD203B41FA5}">
                      <a16:colId xmlns:a16="http://schemas.microsoft.com/office/drawing/2014/main" val="256995012"/>
                    </a:ext>
                  </a:extLst>
                </a:gridCol>
                <a:gridCol w="5684907">
                  <a:extLst>
                    <a:ext uri="{9D8B030D-6E8A-4147-A177-3AD203B41FA5}">
                      <a16:colId xmlns:a16="http://schemas.microsoft.com/office/drawing/2014/main" val="14669308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2" algn="l"/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Factors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6" algn="l"/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2847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/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Missing Values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Checked the datasets for missing values and handled them appropriately.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1500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/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Duplicate Removal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Identified and removed duplicate records to maintain data accuracy.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3408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/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Formatting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Standardized data types, formats, and values for consistent analysis.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3556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/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Unnecessary Data Removal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Removed irrelevant and unnecessary columns from the datasets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19176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/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Transformation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Created required calculated and helper columns for KPI analysis.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76290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73861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6FA057-47F3-48F7-A366-D0391C1E9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67E9FC5-0F14-5631-A451-B13F7E54D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845" y="1578901"/>
            <a:ext cx="7020154" cy="356459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B8AE83B-11A8-46CA-0A5A-BE80EC4D7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2400" cy="51435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F6ED2EB-B442-A060-0889-D14F5E409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23130" cy="51435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4BEFC8D-E836-A72C-19D9-94BDC418E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1531" y="0"/>
            <a:ext cx="34289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C170B78-7465-2117-9216-E312360CC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359" y="0"/>
            <a:ext cx="7779237" cy="51435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10870D3-3C85-DF3D-E422-F58EF13CBB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2996" y="0"/>
            <a:ext cx="20574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96222F8-A60F-29EA-547E-84422C71D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46207" y="480918"/>
            <a:ext cx="3117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F84F3124-0077-BB6E-D5D6-09103F4C80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A8D49AA-57C5-AB22-537C-4699703215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35CA6655-7743-52C7-2311-E366CFA7CB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845" y="1578901"/>
            <a:ext cx="7020154" cy="3564599"/>
          </a:xfrm>
          <a:prstGeom prst="rect">
            <a:avLst/>
          </a:prstGeom>
          <a:noFill/>
        </p:spPr>
      </p:pic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3C595FE0-343D-C1CB-C082-03DF2B6DA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758889" y="-1245726"/>
            <a:ext cx="4378672" cy="8391550"/>
          </a:xfrm>
          <a:custGeom>
            <a:avLst/>
            <a:gdLst>
              <a:gd name="connsiteX0" fmla="*/ 0 w 7821919"/>
              <a:gd name="connsiteY0" fmla="*/ 0 h 6858000"/>
              <a:gd name="connsiteX1" fmla="*/ 6983367 w 7821919"/>
              <a:gd name="connsiteY1" fmla="*/ 0 h 6858000"/>
              <a:gd name="connsiteX2" fmla="*/ 6982269 w 7821919"/>
              <a:gd name="connsiteY2" fmla="*/ 1331 h 6858000"/>
              <a:gd name="connsiteX3" fmla="*/ 6833782 w 7821919"/>
              <a:gd name="connsiteY3" fmla="*/ 487443 h 6858000"/>
              <a:gd name="connsiteX4" fmla="*/ 6851446 w 7821919"/>
              <a:gd name="connsiteY4" fmla="*/ 662666 h 6858000"/>
              <a:gd name="connsiteX5" fmla="*/ 6857532 w 7821919"/>
              <a:gd name="connsiteY5" fmla="*/ 686333 h 6858000"/>
              <a:gd name="connsiteX6" fmla="*/ 6806927 w 7821919"/>
              <a:gd name="connsiteY6" fmla="*/ 699345 h 6858000"/>
              <a:gd name="connsiteX7" fmla="*/ 5555365 w 7821919"/>
              <a:gd name="connsiteY7" fmla="*/ 2400515 h 6858000"/>
              <a:gd name="connsiteX8" fmla="*/ 7336617 w 7821919"/>
              <a:gd name="connsiteY8" fmla="*/ 4181767 h 6858000"/>
              <a:gd name="connsiteX9" fmla="*/ 7452815 w 7821919"/>
              <a:gd name="connsiteY9" fmla="*/ 4175900 h 6858000"/>
              <a:gd name="connsiteX10" fmla="*/ 7437456 w 7821919"/>
              <a:gd name="connsiteY10" fmla="*/ 4225378 h 6858000"/>
              <a:gd name="connsiteX11" fmla="*/ 7428275 w 7821919"/>
              <a:gd name="connsiteY11" fmla="*/ 4316448 h 6858000"/>
              <a:gd name="connsiteX12" fmla="*/ 7789089 w 7821919"/>
              <a:gd name="connsiteY12" fmla="*/ 4759152 h 6858000"/>
              <a:gd name="connsiteX13" fmla="*/ 7821919 w 7821919"/>
              <a:gd name="connsiteY13" fmla="*/ 4762461 h 6858000"/>
              <a:gd name="connsiteX14" fmla="*/ 7809638 w 7821919"/>
              <a:gd name="connsiteY14" fmla="*/ 4785088 h 6858000"/>
              <a:gd name="connsiteX15" fmla="*/ 7794661 w 7821919"/>
              <a:gd name="connsiteY15" fmla="*/ 4833335 h 6858000"/>
              <a:gd name="connsiteX16" fmla="*/ 7524776 w 7821919"/>
              <a:gd name="connsiteY16" fmla="*/ 4917113 h 6858000"/>
              <a:gd name="connsiteX17" fmla="*/ 6642110 w 7821919"/>
              <a:gd name="connsiteY17" fmla="*/ 6248746 h 6858000"/>
              <a:gd name="connsiteX18" fmla="*/ 6755682 w 7821919"/>
              <a:gd name="connsiteY18" fmla="*/ 6811285 h 6858000"/>
              <a:gd name="connsiteX19" fmla="*/ 6778185 w 7821919"/>
              <a:gd name="connsiteY19" fmla="*/ 6858000 h 6858000"/>
              <a:gd name="connsiteX20" fmla="*/ 0 w 7821919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821919" h="6858000">
                <a:moveTo>
                  <a:pt x="0" y="0"/>
                </a:moveTo>
                <a:lnTo>
                  <a:pt x="6983367" y="0"/>
                </a:lnTo>
                <a:lnTo>
                  <a:pt x="6982269" y="1331"/>
                </a:lnTo>
                <a:cubicBezTo>
                  <a:pt x="6888522" y="140095"/>
                  <a:pt x="6833782" y="307376"/>
                  <a:pt x="6833782" y="487443"/>
                </a:cubicBezTo>
                <a:cubicBezTo>
                  <a:pt x="6833782" y="547466"/>
                  <a:pt x="6839864" y="606067"/>
                  <a:pt x="6851446" y="662666"/>
                </a:cubicBezTo>
                <a:lnTo>
                  <a:pt x="6857532" y="686333"/>
                </a:lnTo>
                <a:lnTo>
                  <a:pt x="6806927" y="699345"/>
                </a:lnTo>
                <a:cubicBezTo>
                  <a:pt x="6081835" y="924872"/>
                  <a:pt x="5555365" y="1601212"/>
                  <a:pt x="5555365" y="2400515"/>
                </a:cubicBezTo>
                <a:cubicBezTo>
                  <a:pt x="5555365" y="3384273"/>
                  <a:pt x="6352859" y="4181767"/>
                  <a:pt x="7336617" y="4181767"/>
                </a:cubicBezTo>
                <a:lnTo>
                  <a:pt x="7452815" y="4175900"/>
                </a:lnTo>
                <a:lnTo>
                  <a:pt x="7437456" y="4225378"/>
                </a:lnTo>
                <a:cubicBezTo>
                  <a:pt x="7431436" y="4254794"/>
                  <a:pt x="7428275" y="4285252"/>
                  <a:pt x="7428275" y="4316448"/>
                </a:cubicBezTo>
                <a:cubicBezTo>
                  <a:pt x="7428275" y="4534821"/>
                  <a:pt x="7583172" y="4717015"/>
                  <a:pt x="7789089" y="4759152"/>
                </a:cubicBezTo>
                <a:lnTo>
                  <a:pt x="7821919" y="4762461"/>
                </a:lnTo>
                <a:lnTo>
                  <a:pt x="7809638" y="4785088"/>
                </a:lnTo>
                <a:lnTo>
                  <a:pt x="7794661" y="4833335"/>
                </a:lnTo>
                <a:lnTo>
                  <a:pt x="7524776" y="4917113"/>
                </a:lnTo>
                <a:cubicBezTo>
                  <a:pt x="7006070" y="5136507"/>
                  <a:pt x="6642110" y="5650122"/>
                  <a:pt x="6642110" y="6248746"/>
                </a:cubicBezTo>
                <a:cubicBezTo>
                  <a:pt x="6642110" y="6448287"/>
                  <a:pt x="6682550" y="6638383"/>
                  <a:pt x="6755682" y="6811285"/>
                </a:cubicBezTo>
                <a:lnTo>
                  <a:pt x="6778185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25000">
                <a:schemeClr val="accent1">
                  <a:alpha val="0"/>
                </a:schemeClr>
              </a:gs>
              <a:gs pos="100000">
                <a:schemeClr val="accent1">
                  <a:alpha val="7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38DB17B5-23C4-12E7-91A6-CCA5F7C06F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" y="0"/>
            <a:ext cx="9142400" cy="514350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DB8FE006-1F74-6A58-C0EA-233C5DD64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>
              <a:lumMod val="1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4D65B0AF-57BF-1439-471A-7ACF607E2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5156" y="0"/>
            <a:ext cx="5906934" cy="5143500"/>
          </a:xfrm>
          <a:custGeom>
            <a:avLst/>
            <a:gdLst>
              <a:gd name="connsiteX0" fmla="*/ 0 w 7821919"/>
              <a:gd name="connsiteY0" fmla="*/ 0 h 6858000"/>
              <a:gd name="connsiteX1" fmla="*/ 6983367 w 7821919"/>
              <a:gd name="connsiteY1" fmla="*/ 0 h 6858000"/>
              <a:gd name="connsiteX2" fmla="*/ 6982269 w 7821919"/>
              <a:gd name="connsiteY2" fmla="*/ 1331 h 6858000"/>
              <a:gd name="connsiteX3" fmla="*/ 6833782 w 7821919"/>
              <a:gd name="connsiteY3" fmla="*/ 487443 h 6858000"/>
              <a:gd name="connsiteX4" fmla="*/ 6851446 w 7821919"/>
              <a:gd name="connsiteY4" fmla="*/ 662666 h 6858000"/>
              <a:gd name="connsiteX5" fmla="*/ 6857532 w 7821919"/>
              <a:gd name="connsiteY5" fmla="*/ 686333 h 6858000"/>
              <a:gd name="connsiteX6" fmla="*/ 6806927 w 7821919"/>
              <a:gd name="connsiteY6" fmla="*/ 699345 h 6858000"/>
              <a:gd name="connsiteX7" fmla="*/ 5555365 w 7821919"/>
              <a:gd name="connsiteY7" fmla="*/ 2400515 h 6858000"/>
              <a:gd name="connsiteX8" fmla="*/ 7336617 w 7821919"/>
              <a:gd name="connsiteY8" fmla="*/ 4181767 h 6858000"/>
              <a:gd name="connsiteX9" fmla="*/ 7452815 w 7821919"/>
              <a:gd name="connsiteY9" fmla="*/ 4175900 h 6858000"/>
              <a:gd name="connsiteX10" fmla="*/ 7437456 w 7821919"/>
              <a:gd name="connsiteY10" fmla="*/ 4225378 h 6858000"/>
              <a:gd name="connsiteX11" fmla="*/ 7428275 w 7821919"/>
              <a:gd name="connsiteY11" fmla="*/ 4316448 h 6858000"/>
              <a:gd name="connsiteX12" fmla="*/ 7789089 w 7821919"/>
              <a:gd name="connsiteY12" fmla="*/ 4759152 h 6858000"/>
              <a:gd name="connsiteX13" fmla="*/ 7821919 w 7821919"/>
              <a:gd name="connsiteY13" fmla="*/ 4762461 h 6858000"/>
              <a:gd name="connsiteX14" fmla="*/ 7809638 w 7821919"/>
              <a:gd name="connsiteY14" fmla="*/ 4785088 h 6858000"/>
              <a:gd name="connsiteX15" fmla="*/ 7794661 w 7821919"/>
              <a:gd name="connsiteY15" fmla="*/ 4833335 h 6858000"/>
              <a:gd name="connsiteX16" fmla="*/ 7524776 w 7821919"/>
              <a:gd name="connsiteY16" fmla="*/ 4917113 h 6858000"/>
              <a:gd name="connsiteX17" fmla="*/ 6642110 w 7821919"/>
              <a:gd name="connsiteY17" fmla="*/ 6248746 h 6858000"/>
              <a:gd name="connsiteX18" fmla="*/ 6755682 w 7821919"/>
              <a:gd name="connsiteY18" fmla="*/ 6811285 h 6858000"/>
              <a:gd name="connsiteX19" fmla="*/ 6778185 w 7821919"/>
              <a:gd name="connsiteY19" fmla="*/ 6858000 h 6858000"/>
              <a:gd name="connsiteX20" fmla="*/ 0 w 7821919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821919" h="6858000">
                <a:moveTo>
                  <a:pt x="0" y="0"/>
                </a:moveTo>
                <a:lnTo>
                  <a:pt x="6983367" y="0"/>
                </a:lnTo>
                <a:lnTo>
                  <a:pt x="6982269" y="1331"/>
                </a:lnTo>
                <a:cubicBezTo>
                  <a:pt x="6888522" y="140095"/>
                  <a:pt x="6833782" y="307376"/>
                  <a:pt x="6833782" y="487443"/>
                </a:cubicBezTo>
                <a:cubicBezTo>
                  <a:pt x="6833782" y="547466"/>
                  <a:pt x="6839864" y="606067"/>
                  <a:pt x="6851446" y="662666"/>
                </a:cubicBezTo>
                <a:lnTo>
                  <a:pt x="6857532" y="686333"/>
                </a:lnTo>
                <a:lnTo>
                  <a:pt x="6806927" y="699345"/>
                </a:lnTo>
                <a:cubicBezTo>
                  <a:pt x="6081835" y="924872"/>
                  <a:pt x="5555365" y="1601212"/>
                  <a:pt x="5555365" y="2400515"/>
                </a:cubicBezTo>
                <a:cubicBezTo>
                  <a:pt x="5555365" y="3384273"/>
                  <a:pt x="6352859" y="4181767"/>
                  <a:pt x="7336617" y="4181767"/>
                </a:cubicBezTo>
                <a:lnTo>
                  <a:pt x="7452815" y="4175900"/>
                </a:lnTo>
                <a:lnTo>
                  <a:pt x="7437456" y="4225378"/>
                </a:lnTo>
                <a:cubicBezTo>
                  <a:pt x="7431436" y="4254794"/>
                  <a:pt x="7428275" y="4285252"/>
                  <a:pt x="7428275" y="4316448"/>
                </a:cubicBezTo>
                <a:cubicBezTo>
                  <a:pt x="7428275" y="4534821"/>
                  <a:pt x="7583172" y="4717015"/>
                  <a:pt x="7789089" y="4759152"/>
                </a:cubicBezTo>
                <a:lnTo>
                  <a:pt x="7821919" y="4762461"/>
                </a:lnTo>
                <a:lnTo>
                  <a:pt x="7809638" y="4785088"/>
                </a:lnTo>
                <a:lnTo>
                  <a:pt x="7794661" y="4833335"/>
                </a:lnTo>
                <a:lnTo>
                  <a:pt x="7524776" y="4917113"/>
                </a:lnTo>
                <a:cubicBezTo>
                  <a:pt x="7006070" y="5136507"/>
                  <a:pt x="6642110" y="5650122"/>
                  <a:pt x="6642110" y="6248746"/>
                </a:cubicBezTo>
                <a:cubicBezTo>
                  <a:pt x="6642110" y="6448287"/>
                  <a:pt x="6682550" y="6638383"/>
                  <a:pt x="6755682" y="6811285"/>
                </a:cubicBezTo>
                <a:lnTo>
                  <a:pt x="6778185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15000">
                <a:schemeClr val="bg2">
                  <a:alpha val="0"/>
                </a:schemeClr>
              </a:gs>
              <a:gs pos="100000">
                <a:schemeClr val="bg2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4999ABC-C62F-90EE-5F94-CAE5149B16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19931" cy="51435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7788A78-5E31-5787-9133-2D3F35F4F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0675" y="316273"/>
            <a:ext cx="725361" cy="725361"/>
          </a:xfrm>
          <a:prstGeom prst="ellipse">
            <a:avLst/>
          </a:prstGeom>
          <a:gradFill>
            <a:gsLst>
              <a:gs pos="0">
                <a:schemeClr val="bg2">
                  <a:alpha val="0"/>
                </a:schemeClr>
              </a:gs>
              <a:gs pos="100000">
                <a:schemeClr val="accent1">
                  <a:alpha val="21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E6D37D12-AA94-A923-788A-AE0B7D32E531}"/>
              </a:ext>
            </a:extLst>
          </p:cNvPr>
          <p:cNvSpPr/>
          <p:nvPr/>
        </p:nvSpPr>
        <p:spPr>
          <a:xfrm>
            <a:off x="1641675" y="606042"/>
            <a:ext cx="6285929" cy="80792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marR="0" lvl="0" indent="0" defTabSz="914400" fontAlgn="auto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sz="3600" u="none" strike="noStrike" spc="0" normalizeH="0" baseline="0" noProof="0">
                <a:ln>
                  <a:noFill/>
                </a:ln>
                <a:uLnTx/>
                <a:uFillTx/>
                <a:latin typeface="+mj-lt"/>
                <a:ea typeface="+mj-ea"/>
                <a:cs typeface="+mj-cs"/>
              </a:rPr>
              <a:t>KPIs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2DA7DCFD-4B6A-8B48-8202-E904C4AFE3F2}"/>
              </a:ext>
            </a:extLst>
          </p:cNvPr>
          <p:cNvSpPr/>
          <p:nvPr/>
        </p:nvSpPr>
        <p:spPr>
          <a:xfrm>
            <a:off x="1692479" y="1539087"/>
            <a:ext cx="4929610" cy="299837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lvl="0" indent="-285750" defTabSz="914400">
              <a:lnSpc>
                <a:spcPct val="120000"/>
              </a:lnSpc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sz="1400" b="1"/>
              <a:t>Year-wise Loan Amount Status</a:t>
            </a:r>
          </a:p>
          <a:p>
            <a:pPr marL="285750" lvl="0" indent="-285750" defTabSz="914400">
              <a:lnSpc>
                <a:spcPct val="120000"/>
              </a:lnSpc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sz="1400" b="1"/>
              <a:t>Grade and Sub-Grade-wise Revolving Balance</a:t>
            </a:r>
          </a:p>
          <a:p>
            <a:pPr marL="285750" lvl="0" indent="-285750" defTabSz="914400">
              <a:lnSpc>
                <a:spcPct val="120000"/>
              </a:lnSpc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sz="1400" b="1"/>
              <a:t>Total Payment by Verification Status</a:t>
            </a:r>
          </a:p>
          <a:p>
            <a:pPr marL="285750" lvl="0" indent="-285750" defTabSz="914400">
              <a:lnSpc>
                <a:spcPct val="120000"/>
              </a:lnSpc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sz="1400" b="1"/>
              <a:t>State-wise and Month-wise Loan Status</a:t>
            </a:r>
          </a:p>
          <a:p>
            <a:pPr marL="285750" lvl="0" indent="-285750" defTabSz="914400">
              <a:lnSpc>
                <a:spcPct val="120000"/>
              </a:lnSpc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sz="1400" b="1"/>
              <a:t>Home Ownership vs Last Payment Date</a:t>
            </a:r>
            <a:endParaRPr kumimoji="0" lang="en-US" sz="1400" b="1" i="0" u="none" strike="noStrike" cap="none" spc="0" normalizeH="0" baseline="0" noProof="0">
              <a:ln>
                <a:noFill/>
              </a:ln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106284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DBBA26C-89C3-411F-9753-606A413F89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845" y="1578901"/>
            <a:ext cx="7020154" cy="356459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EAD2215-6311-4D1C-B6B5-F57CB6BFCB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2400" cy="51435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BA5DE79-30D1-4A10-8DB9-0A6E523A97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23130" cy="51435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ABD0D63-D23F-4AE7-8270-4185EF9C1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1531" y="0"/>
            <a:ext cx="34289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5B0B43F-2CE7-4C6C-BABC-EE342B3282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359" y="0"/>
            <a:ext cx="7779237" cy="51435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5459F07-63F9-48CF-B725-A873C4BC3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2996" y="0"/>
            <a:ext cx="20574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B83E1E-DAC1-4851-84FF-D6FE1649D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46207" y="480918"/>
            <a:ext cx="3117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8F3CF990-ACB8-443A-BB74-D36EC8A00B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601900C-265D-4146-A578-477541E3D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00B98862-BEE1-44FB-A335-A1B9106B4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845" y="1578901"/>
            <a:ext cx="7020154" cy="3564599"/>
          </a:xfrm>
          <a:prstGeom prst="rect">
            <a:avLst/>
          </a:prstGeom>
          <a:noFill/>
        </p:spPr>
      </p:pic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5F94F98-3A57-49AA-838E-91AAF600B6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758889" y="-1245726"/>
            <a:ext cx="4378672" cy="8391550"/>
          </a:xfrm>
          <a:custGeom>
            <a:avLst/>
            <a:gdLst>
              <a:gd name="connsiteX0" fmla="*/ 0 w 7821919"/>
              <a:gd name="connsiteY0" fmla="*/ 0 h 6858000"/>
              <a:gd name="connsiteX1" fmla="*/ 6983367 w 7821919"/>
              <a:gd name="connsiteY1" fmla="*/ 0 h 6858000"/>
              <a:gd name="connsiteX2" fmla="*/ 6982269 w 7821919"/>
              <a:gd name="connsiteY2" fmla="*/ 1331 h 6858000"/>
              <a:gd name="connsiteX3" fmla="*/ 6833782 w 7821919"/>
              <a:gd name="connsiteY3" fmla="*/ 487443 h 6858000"/>
              <a:gd name="connsiteX4" fmla="*/ 6851446 w 7821919"/>
              <a:gd name="connsiteY4" fmla="*/ 662666 h 6858000"/>
              <a:gd name="connsiteX5" fmla="*/ 6857532 w 7821919"/>
              <a:gd name="connsiteY5" fmla="*/ 686333 h 6858000"/>
              <a:gd name="connsiteX6" fmla="*/ 6806927 w 7821919"/>
              <a:gd name="connsiteY6" fmla="*/ 699345 h 6858000"/>
              <a:gd name="connsiteX7" fmla="*/ 5555365 w 7821919"/>
              <a:gd name="connsiteY7" fmla="*/ 2400515 h 6858000"/>
              <a:gd name="connsiteX8" fmla="*/ 7336617 w 7821919"/>
              <a:gd name="connsiteY8" fmla="*/ 4181767 h 6858000"/>
              <a:gd name="connsiteX9" fmla="*/ 7452815 w 7821919"/>
              <a:gd name="connsiteY9" fmla="*/ 4175900 h 6858000"/>
              <a:gd name="connsiteX10" fmla="*/ 7437456 w 7821919"/>
              <a:gd name="connsiteY10" fmla="*/ 4225378 h 6858000"/>
              <a:gd name="connsiteX11" fmla="*/ 7428275 w 7821919"/>
              <a:gd name="connsiteY11" fmla="*/ 4316448 h 6858000"/>
              <a:gd name="connsiteX12" fmla="*/ 7789089 w 7821919"/>
              <a:gd name="connsiteY12" fmla="*/ 4759152 h 6858000"/>
              <a:gd name="connsiteX13" fmla="*/ 7821919 w 7821919"/>
              <a:gd name="connsiteY13" fmla="*/ 4762461 h 6858000"/>
              <a:gd name="connsiteX14" fmla="*/ 7809638 w 7821919"/>
              <a:gd name="connsiteY14" fmla="*/ 4785088 h 6858000"/>
              <a:gd name="connsiteX15" fmla="*/ 7794661 w 7821919"/>
              <a:gd name="connsiteY15" fmla="*/ 4833335 h 6858000"/>
              <a:gd name="connsiteX16" fmla="*/ 7524776 w 7821919"/>
              <a:gd name="connsiteY16" fmla="*/ 4917113 h 6858000"/>
              <a:gd name="connsiteX17" fmla="*/ 6642110 w 7821919"/>
              <a:gd name="connsiteY17" fmla="*/ 6248746 h 6858000"/>
              <a:gd name="connsiteX18" fmla="*/ 6755682 w 7821919"/>
              <a:gd name="connsiteY18" fmla="*/ 6811285 h 6858000"/>
              <a:gd name="connsiteX19" fmla="*/ 6778185 w 7821919"/>
              <a:gd name="connsiteY19" fmla="*/ 6858000 h 6858000"/>
              <a:gd name="connsiteX20" fmla="*/ 0 w 7821919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821919" h="6858000">
                <a:moveTo>
                  <a:pt x="0" y="0"/>
                </a:moveTo>
                <a:lnTo>
                  <a:pt x="6983367" y="0"/>
                </a:lnTo>
                <a:lnTo>
                  <a:pt x="6982269" y="1331"/>
                </a:lnTo>
                <a:cubicBezTo>
                  <a:pt x="6888522" y="140095"/>
                  <a:pt x="6833782" y="307376"/>
                  <a:pt x="6833782" y="487443"/>
                </a:cubicBezTo>
                <a:cubicBezTo>
                  <a:pt x="6833782" y="547466"/>
                  <a:pt x="6839864" y="606067"/>
                  <a:pt x="6851446" y="662666"/>
                </a:cubicBezTo>
                <a:lnTo>
                  <a:pt x="6857532" y="686333"/>
                </a:lnTo>
                <a:lnTo>
                  <a:pt x="6806927" y="699345"/>
                </a:lnTo>
                <a:cubicBezTo>
                  <a:pt x="6081835" y="924872"/>
                  <a:pt x="5555365" y="1601212"/>
                  <a:pt x="5555365" y="2400515"/>
                </a:cubicBezTo>
                <a:cubicBezTo>
                  <a:pt x="5555365" y="3384273"/>
                  <a:pt x="6352859" y="4181767"/>
                  <a:pt x="7336617" y="4181767"/>
                </a:cubicBezTo>
                <a:lnTo>
                  <a:pt x="7452815" y="4175900"/>
                </a:lnTo>
                <a:lnTo>
                  <a:pt x="7437456" y="4225378"/>
                </a:lnTo>
                <a:cubicBezTo>
                  <a:pt x="7431436" y="4254794"/>
                  <a:pt x="7428275" y="4285252"/>
                  <a:pt x="7428275" y="4316448"/>
                </a:cubicBezTo>
                <a:cubicBezTo>
                  <a:pt x="7428275" y="4534821"/>
                  <a:pt x="7583172" y="4717015"/>
                  <a:pt x="7789089" y="4759152"/>
                </a:cubicBezTo>
                <a:lnTo>
                  <a:pt x="7821919" y="4762461"/>
                </a:lnTo>
                <a:lnTo>
                  <a:pt x="7809638" y="4785088"/>
                </a:lnTo>
                <a:lnTo>
                  <a:pt x="7794661" y="4833335"/>
                </a:lnTo>
                <a:lnTo>
                  <a:pt x="7524776" y="4917113"/>
                </a:lnTo>
                <a:cubicBezTo>
                  <a:pt x="7006070" y="5136507"/>
                  <a:pt x="6642110" y="5650122"/>
                  <a:pt x="6642110" y="6248746"/>
                </a:cubicBezTo>
                <a:cubicBezTo>
                  <a:pt x="6642110" y="6448287"/>
                  <a:pt x="6682550" y="6638383"/>
                  <a:pt x="6755682" y="6811285"/>
                </a:cubicBezTo>
                <a:lnTo>
                  <a:pt x="6778185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25000">
                <a:schemeClr val="accent1">
                  <a:alpha val="0"/>
                </a:schemeClr>
              </a:gs>
              <a:gs pos="100000">
                <a:schemeClr val="accent1">
                  <a:alpha val="7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185CF21-0594-48C0-9F3E-254D6BCE9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" y="0"/>
            <a:ext cx="9142400" cy="51435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41F8C064-2DC5-4758-B49C-76BFF64052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>
              <a:lumMod val="1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FBD68200-BC03-4015-860B-CD5C30CD7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5156" y="0"/>
            <a:ext cx="5906934" cy="5143500"/>
          </a:xfrm>
          <a:custGeom>
            <a:avLst/>
            <a:gdLst>
              <a:gd name="connsiteX0" fmla="*/ 0 w 7821919"/>
              <a:gd name="connsiteY0" fmla="*/ 0 h 6858000"/>
              <a:gd name="connsiteX1" fmla="*/ 6983367 w 7821919"/>
              <a:gd name="connsiteY1" fmla="*/ 0 h 6858000"/>
              <a:gd name="connsiteX2" fmla="*/ 6982269 w 7821919"/>
              <a:gd name="connsiteY2" fmla="*/ 1331 h 6858000"/>
              <a:gd name="connsiteX3" fmla="*/ 6833782 w 7821919"/>
              <a:gd name="connsiteY3" fmla="*/ 487443 h 6858000"/>
              <a:gd name="connsiteX4" fmla="*/ 6851446 w 7821919"/>
              <a:gd name="connsiteY4" fmla="*/ 662666 h 6858000"/>
              <a:gd name="connsiteX5" fmla="*/ 6857532 w 7821919"/>
              <a:gd name="connsiteY5" fmla="*/ 686333 h 6858000"/>
              <a:gd name="connsiteX6" fmla="*/ 6806927 w 7821919"/>
              <a:gd name="connsiteY6" fmla="*/ 699345 h 6858000"/>
              <a:gd name="connsiteX7" fmla="*/ 5555365 w 7821919"/>
              <a:gd name="connsiteY7" fmla="*/ 2400515 h 6858000"/>
              <a:gd name="connsiteX8" fmla="*/ 7336617 w 7821919"/>
              <a:gd name="connsiteY8" fmla="*/ 4181767 h 6858000"/>
              <a:gd name="connsiteX9" fmla="*/ 7452815 w 7821919"/>
              <a:gd name="connsiteY9" fmla="*/ 4175900 h 6858000"/>
              <a:gd name="connsiteX10" fmla="*/ 7437456 w 7821919"/>
              <a:gd name="connsiteY10" fmla="*/ 4225378 h 6858000"/>
              <a:gd name="connsiteX11" fmla="*/ 7428275 w 7821919"/>
              <a:gd name="connsiteY11" fmla="*/ 4316448 h 6858000"/>
              <a:gd name="connsiteX12" fmla="*/ 7789089 w 7821919"/>
              <a:gd name="connsiteY12" fmla="*/ 4759152 h 6858000"/>
              <a:gd name="connsiteX13" fmla="*/ 7821919 w 7821919"/>
              <a:gd name="connsiteY13" fmla="*/ 4762461 h 6858000"/>
              <a:gd name="connsiteX14" fmla="*/ 7809638 w 7821919"/>
              <a:gd name="connsiteY14" fmla="*/ 4785088 h 6858000"/>
              <a:gd name="connsiteX15" fmla="*/ 7794661 w 7821919"/>
              <a:gd name="connsiteY15" fmla="*/ 4833335 h 6858000"/>
              <a:gd name="connsiteX16" fmla="*/ 7524776 w 7821919"/>
              <a:gd name="connsiteY16" fmla="*/ 4917113 h 6858000"/>
              <a:gd name="connsiteX17" fmla="*/ 6642110 w 7821919"/>
              <a:gd name="connsiteY17" fmla="*/ 6248746 h 6858000"/>
              <a:gd name="connsiteX18" fmla="*/ 6755682 w 7821919"/>
              <a:gd name="connsiteY18" fmla="*/ 6811285 h 6858000"/>
              <a:gd name="connsiteX19" fmla="*/ 6778185 w 7821919"/>
              <a:gd name="connsiteY19" fmla="*/ 6858000 h 6858000"/>
              <a:gd name="connsiteX20" fmla="*/ 0 w 7821919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821919" h="6858000">
                <a:moveTo>
                  <a:pt x="0" y="0"/>
                </a:moveTo>
                <a:lnTo>
                  <a:pt x="6983367" y="0"/>
                </a:lnTo>
                <a:lnTo>
                  <a:pt x="6982269" y="1331"/>
                </a:lnTo>
                <a:cubicBezTo>
                  <a:pt x="6888522" y="140095"/>
                  <a:pt x="6833782" y="307376"/>
                  <a:pt x="6833782" y="487443"/>
                </a:cubicBezTo>
                <a:cubicBezTo>
                  <a:pt x="6833782" y="547466"/>
                  <a:pt x="6839864" y="606067"/>
                  <a:pt x="6851446" y="662666"/>
                </a:cubicBezTo>
                <a:lnTo>
                  <a:pt x="6857532" y="686333"/>
                </a:lnTo>
                <a:lnTo>
                  <a:pt x="6806927" y="699345"/>
                </a:lnTo>
                <a:cubicBezTo>
                  <a:pt x="6081835" y="924872"/>
                  <a:pt x="5555365" y="1601212"/>
                  <a:pt x="5555365" y="2400515"/>
                </a:cubicBezTo>
                <a:cubicBezTo>
                  <a:pt x="5555365" y="3384273"/>
                  <a:pt x="6352859" y="4181767"/>
                  <a:pt x="7336617" y="4181767"/>
                </a:cubicBezTo>
                <a:lnTo>
                  <a:pt x="7452815" y="4175900"/>
                </a:lnTo>
                <a:lnTo>
                  <a:pt x="7437456" y="4225378"/>
                </a:lnTo>
                <a:cubicBezTo>
                  <a:pt x="7431436" y="4254794"/>
                  <a:pt x="7428275" y="4285252"/>
                  <a:pt x="7428275" y="4316448"/>
                </a:cubicBezTo>
                <a:cubicBezTo>
                  <a:pt x="7428275" y="4534821"/>
                  <a:pt x="7583172" y="4717015"/>
                  <a:pt x="7789089" y="4759152"/>
                </a:cubicBezTo>
                <a:lnTo>
                  <a:pt x="7821919" y="4762461"/>
                </a:lnTo>
                <a:lnTo>
                  <a:pt x="7809638" y="4785088"/>
                </a:lnTo>
                <a:lnTo>
                  <a:pt x="7794661" y="4833335"/>
                </a:lnTo>
                <a:lnTo>
                  <a:pt x="7524776" y="4917113"/>
                </a:lnTo>
                <a:cubicBezTo>
                  <a:pt x="7006070" y="5136507"/>
                  <a:pt x="6642110" y="5650122"/>
                  <a:pt x="6642110" y="6248746"/>
                </a:cubicBezTo>
                <a:cubicBezTo>
                  <a:pt x="6642110" y="6448287"/>
                  <a:pt x="6682550" y="6638383"/>
                  <a:pt x="6755682" y="6811285"/>
                </a:cubicBezTo>
                <a:lnTo>
                  <a:pt x="6778185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15000">
                <a:schemeClr val="bg2">
                  <a:alpha val="0"/>
                </a:schemeClr>
              </a:gs>
              <a:gs pos="100000">
                <a:schemeClr val="bg2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0B5529D-5CAA-4BF2-B5C9-34705E7661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19931" cy="51435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332A6F87-AC28-4AA8-B8A6-AEBC67BD0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0675" y="316273"/>
            <a:ext cx="725361" cy="725361"/>
          </a:xfrm>
          <a:prstGeom prst="ellipse">
            <a:avLst/>
          </a:prstGeom>
          <a:gradFill>
            <a:gsLst>
              <a:gs pos="0">
                <a:schemeClr val="bg2">
                  <a:alpha val="0"/>
                </a:schemeClr>
              </a:gs>
              <a:gs pos="100000">
                <a:schemeClr val="accent1">
                  <a:alpha val="21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31C3356D-6406-85C9-98A4-336FDA6AEC21}"/>
              </a:ext>
            </a:extLst>
          </p:cNvPr>
          <p:cNvSpPr/>
          <p:nvPr/>
        </p:nvSpPr>
        <p:spPr>
          <a:xfrm>
            <a:off x="1697396" y="626499"/>
            <a:ext cx="6285929" cy="80792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>
                <a:latin typeface="+mj-lt"/>
                <a:ea typeface="+mj-ea"/>
                <a:cs typeface="+mj-cs"/>
              </a:rPr>
              <a:t>KPI 1 - Year-wise Loan Amount Status</a:t>
            </a:r>
          </a:p>
        </p:txBody>
      </p:sp>
      <p:sp>
        <p:nvSpPr>
          <p:cNvPr id="3" name="Text 0"/>
          <p:cNvSpPr/>
          <p:nvPr/>
        </p:nvSpPr>
        <p:spPr>
          <a:xfrm>
            <a:off x="1326242" y="1518630"/>
            <a:ext cx="7030110" cy="299837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 defTabSz="914400">
              <a:lnSpc>
                <a:spcPct val="120000"/>
              </a:lnSpc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sz="1600"/>
              <a:t>Displays the </a:t>
            </a:r>
            <a:r>
              <a:rPr lang="en-US" sz="1600" b="1"/>
              <a:t>total loan amount for each year</a:t>
            </a:r>
            <a:r>
              <a:rPr lang="en-US" sz="1600"/>
              <a:t>.</a:t>
            </a:r>
          </a:p>
          <a:p>
            <a:pPr marL="285750" indent="-285750" defTabSz="914400">
              <a:lnSpc>
                <a:spcPct val="120000"/>
              </a:lnSpc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sz="1600"/>
              <a:t>Categorizes the loan amount based on </a:t>
            </a:r>
            <a:r>
              <a:rPr lang="en-US" sz="1600" b="1"/>
              <a:t>loan status</a:t>
            </a:r>
            <a:r>
              <a:rPr lang="en-US" sz="1600"/>
              <a:t>.</a:t>
            </a:r>
          </a:p>
          <a:p>
            <a:pPr marL="285750" indent="-285750" defTabSz="914400">
              <a:lnSpc>
                <a:spcPct val="120000"/>
              </a:lnSpc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sz="1600"/>
              <a:t>Helps compare </a:t>
            </a:r>
            <a:r>
              <a:rPr lang="en-US" sz="1600" b="1"/>
              <a:t>loan performance across different years</a:t>
            </a:r>
            <a:r>
              <a:rPr lang="en-US" sz="1600"/>
              <a:t>.</a:t>
            </a:r>
          </a:p>
          <a:p>
            <a:pPr marL="285750" indent="-285750" defTabSz="914400">
              <a:lnSpc>
                <a:spcPct val="120000"/>
              </a:lnSpc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sz="1600"/>
              <a:t>Identifies </a:t>
            </a:r>
            <a:r>
              <a:rPr lang="en-US" sz="1600" b="1"/>
              <a:t>increases or decreases in loan amounts</a:t>
            </a:r>
            <a:r>
              <a:rPr lang="en-US" sz="1600"/>
              <a:t> over time.</a:t>
            </a:r>
          </a:p>
          <a:p>
            <a:pPr marL="285750" indent="-285750" defTabSz="914400">
              <a:lnSpc>
                <a:spcPct val="120000"/>
              </a:lnSpc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sz="1600"/>
              <a:t>Shows which </a:t>
            </a:r>
            <a:r>
              <a:rPr lang="en-US" sz="1600" b="1"/>
              <a:t>loan status contributes more</a:t>
            </a:r>
            <a:r>
              <a:rPr lang="en-US" sz="1600"/>
              <a:t> to the total loan amount.</a:t>
            </a:r>
          </a:p>
          <a:p>
            <a:pPr marL="285750" indent="-285750" defTabSz="914400">
              <a:lnSpc>
                <a:spcPct val="120000"/>
              </a:lnSpc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sz="1600"/>
              <a:t>Helps understand </a:t>
            </a:r>
            <a:r>
              <a:rPr lang="en-US" sz="1600" b="1"/>
              <a:t>yearly lending patterns and trends</a:t>
            </a:r>
            <a:r>
              <a:rPr lang="en-US" sz="160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E73BF0-1535-CD5B-F04E-5891BCECE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DBBA26C-89C3-411F-9753-606A413F89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845" y="1578901"/>
            <a:ext cx="7020154" cy="356459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EAD2215-6311-4D1C-B6B5-F57CB6BFCB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2400" cy="51435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BA5DE79-30D1-4A10-8DB9-0A6E523A97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23130" cy="51435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ABD0D63-D23F-4AE7-8270-4185EF9C1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1531" y="0"/>
            <a:ext cx="34289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5B0B43F-2CE7-4C6C-BABC-EE342B3282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359" y="0"/>
            <a:ext cx="7779237" cy="51435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5459F07-63F9-48CF-B725-A873C4BC3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2996" y="0"/>
            <a:ext cx="20574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B83E1E-DAC1-4851-84FF-D6FE1649D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46207" y="480918"/>
            <a:ext cx="3117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8F3CF990-ACB8-443A-BB74-D36EC8A00B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601900C-265D-4146-A578-477541E3D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00B98862-BEE1-44FB-A335-A1B9106B4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845" y="1578901"/>
            <a:ext cx="7020154" cy="3564599"/>
          </a:xfrm>
          <a:prstGeom prst="rect">
            <a:avLst/>
          </a:prstGeom>
          <a:noFill/>
        </p:spPr>
      </p:pic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5F94F98-3A57-49AA-838E-91AAF600B6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758889" y="-1245726"/>
            <a:ext cx="4378672" cy="8391550"/>
          </a:xfrm>
          <a:custGeom>
            <a:avLst/>
            <a:gdLst>
              <a:gd name="connsiteX0" fmla="*/ 0 w 7821919"/>
              <a:gd name="connsiteY0" fmla="*/ 0 h 6858000"/>
              <a:gd name="connsiteX1" fmla="*/ 6983367 w 7821919"/>
              <a:gd name="connsiteY1" fmla="*/ 0 h 6858000"/>
              <a:gd name="connsiteX2" fmla="*/ 6982269 w 7821919"/>
              <a:gd name="connsiteY2" fmla="*/ 1331 h 6858000"/>
              <a:gd name="connsiteX3" fmla="*/ 6833782 w 7821919"/>
              <a:gd name="connsiteY3" fmla="*/ 487443 h 6858000"/>
              <a:gd name="connsiteX4" fmla="*/ 6851446 w 7821919"/>
              <a:gd name="connsiteY4" fmla="*/ 662666 h 6858000"/>
              <a:gd name="connsiteX5" fmla="*/ 6857532 w 7821919"/>
              <a:gd name="connsiteY5" fmla="*/ 686333 h 6858000"/>
              <a:gd name="connsiteX6" fmla="*/ 6806927 w 7821919"/>
              <a:gd name="connsiteY6" fmla="*/ 699345 h 6858000"/>
              <a:gd name="connsiteX7" fmla="*/ 5555365 w 7821919"/>
              <a:gd name="connsiteY7" fmla="*/ 2400515 h 6858000"/>
              <a:gd name="connsiteX8" fmla="*/ 7336617 w 7821919"/>
              <a:gd name="connsiteY8" fmla="*/ 4181767 h 6858000"/>
              <a:gd name="connsiteX9" fmla="*/ 7452815 w 7821919"/>
              <a:gd name="connsiteY9" fmla="*/ 4175900 h 6858000"/>
              <a:gd name="connsiteX10" fmla="*/ 7437456 w 7821919"/>
              <a:gd name="connsiteY10" fmla="*/ 4225378 h 6858000"/>
              <a:gd name="connsiteX11" fmla="*/ 7428275 w 7821919"/>
              <a:gd name="connsiteY11" fmla="*/ 4316448 h 6858000"/>
              <a:gd name="connsiteX12" fmla="*/ 7789089 w 7821919"/>
              <a:gd name="connsiteY12" fmla="*/ 4759152 h 6858000"/>
              <a:gd name="connsiteX13" fmla="*/ 7821919 w 7821919"/>
              <a:gd name="connsiteY13" fmla="*/ 4762461 h 6858000"/>
              <a:gd name="connsiteX14" fmla="*/ 7809638 w 7821919"/>
              <a:gd name="connsiteY14" fmla="*/ 4785088 h 6858000"/>
              <a:gd name="connsiteX15" fmla="*/ 7794661 w 7821919"/>
              <a:gd name="connsiteY15" fmla="*/ 4833335 h 6858000"/>
              <a:gd name="connsiteX16" fmla="*/ 7524776 w 7821919"/>
              <a:gd name="connsiteY16" fmla="*/ 4917113 h 6858000"/>
              <a:gd name="connsiteX17" fmla="*/ 6642110 w 7821919"/>
              <a:gd name="connsiteY17" fmla="*/ 6248746 h 6858000"/>
              <a:gd name="connsiteX18" fmla="*/ 6755682 w 7821919"/>
              <a:gd name="connsiteY18" fmla="*/ 6811285 h 6858000"/>
              <a:gd name="connsiteX19" fmla="*/ 6778185 w 7821919"/>
              <a:gd name="connsiteY19" fmla="*/ 6858000 h 6858000"/>
              <a:gd name="connsiteX20" fmla="*/ 0 w 7821919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821919" h="6858000">
                <a:moveTo>
                  <a:pt x="0" y="0"/>
                </a:moveTo>
                <a:lnTo>
                  <a:pt x="6983367" y="0"/>
                </a:lnTo>
                <a:lnTo>
                  <a:pt x="6982269" y="1331"/>
                </a:lnTo>
                <a:cubicBezTo>
                  <a:pt x="6888522" y="140095"/>
                  <a:pt x="6833782" y="307376"/>
                  <a:pt x="6833782" y="487443"/>
                </a:cubicBezTo>
                <a:cubicBezTo>
                  <a:pt x="6833782" y="547466"/>
                  <a:pt x="6839864" y="606067"/>
                  <a:pt x="6851446" y="662666"/>
                </a:cubicBezTo>
                <a:lnTo>
                  <a:pt x="6857532" y="686333"/>
                </a:lnTo>
                <a:lnTo>
                  <a:pt x="6806927" y="699345"/>
                </a:lnTo>
                <a:cubicBezTo>
                  <a:pt x="6081835" y="924872"/>
                  <a:pt x="5555365" y="1601212"/>
                  <a:pt x="5555365" y="2400515"/>
                </a:cubicBezTo>
                <a:cubicBezTo>
                  <a:pt x="5555365" y="3384273"/>
                  <a:pt x="6352859" y="4181767"/>
                  <a:pt x="7336617" y="4181767"/>
                </a:cubicBezTo>
                <a:lnTo>
                  <a:pt x="7452815" y="4175900"/>
                </a:lnTo>
                <a:lnTo>
                  <a:pt x="7437456" y="4225378"/>
                </a:lnTo>
                <a:cubicBezTo>
                  <a:pt x="7431436" y="4254794"/>
                  <a:pt x="7428275" y="4285252"/>
                  <a:pt x="7428275" y="4316448"/>
                </a:cubicBezTo>
                <a:cubicBezTo>
                  <a:pt x="7428275" y="4534821"/>
                  <a:pt x="7583172" y="4717015"/>
                  <a:pt x="7789089" y="4759152"/>
                </a:cubicBezTo>
                <a:lnTo>
                  <a:pt x="7821919" y="4762461"/>
                </a:lnTo>
                <a:lnTo>
                  <a:pt x="7809638" y="4785088"/>
                </a:lnTo>
                <a:lnTo>
                  <a:pt x="7794661" y="4833335"/>
                </a:lnTo>
                <a:lnTo>
                  <a:pt x="7524776" y="4917113"/>
                </a:lnTo>
                <a:cubicBezTo>
                  <a:pt x="7006070" y="5136507"/>
                  <a:pt x="6642110" y="5650122"/>
                  <a:pt x="6642110" y="6248746"/>
                </a:cubicBezTo>
                <a:cubicBezTo>
                  <a:pt x="6642110" y="6448287"/>
                  <a:pt x="6682550" y="6638383"/>
                  <a:pt x="6755682" y="6811285"/>
                </a:cubicBezTo>
                <a:lnTo>
                  <a:pt x="6778185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25000">
                <a:schemeClr val="accent1">
                  <a:alpha val="0"/>
                </a:schemeClr>
              </a:gs>
              <a:gs pos="100000">
                <a:schemeClr val="accent1">
                  <a:alpha val="7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185CF21-0594-48C0-9F3E-254D6BCE9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" y="0"/>
            <a:ext cx="9142400" cy="51435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41F8C064-2DC5-4758-B49C-76BFF64052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>
              <a:lumMod val="1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FBD68200-BC03-4015-860B-CD5C30CD7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5156" y="0"/>
            <a:ext cx="5906934" cy="5143500"/>
          </a:xfrm>
          <a:custGeom>
            <a:avLst/>
            <a:gdLst>
              <a:gd name="connsiteX0" fmla="*/ 0 w 7821919"/>
              <a:gd name="connsiteY0" fmla="*/ 0 h 6858000"/>
              <a:gd name="connsiteX1" fmla="*/ 6983367 w 7821919"/>
              <a:gd name="connsiteY1" fmla="*/ 0 h 6858000"/>
              <a:gd name="connsiteX2" fmla="*/ 6982269 w 7821919"/>
              <a:gd name="connsiteY2" fmla="*/ 1331 h 6858000"/>
              <a:gd name="connsiteX3" fmla="*/ 6833782 w 7821919"/>
              <a:gd name="connsiteY3" fmla="*/ 487443 h 6858000"/>
              <a:gd name="connsiteX4" fmla="*/ 6851446 w 7821919"/>
              <a:gd name="connsiteY4" fmla="*/ 662666 h 6858000"/>
              <a:gd name="connsiteX5" fmla="*/ 6857532 w 7821919"/>
              <a:gd name="connsiteY5" fmla="*/ 686333 h 6858000"/>
              <a:gd name="connsiteX6" fmla="*/ 6806927 w 7821919"/>
              <a:gd name="connsiteY6" fmla="*/ 699345 h 6858000"/>
              <a:gd name="connsiteX7" fmla="*/ 5555365 w 7821919"/>
              <a:gd name="connsiteY7" fmla="*/ 2400515 h 6858000"/>
              <a:gd name="connsiteX8" fmla="*/ 7336617 w 7821919"/>
              <a:gd name="connsiteY8" fmla="*/ 4181767 h 6858000"/>
              <a:gd name="connsiteX9" fmla="*/ 7452815 w 7821919"/>
              <a:gd name="connsiteY9" fmla="*/ 4175900 h 6858000"/>
              <a:gd name="connsiteX10" fmla="*/ 7437456 w 7821919"/>
              <a:gd name="connsiteY10" fmla="*/ 4225378 h 6858000"/>
              <a:gd name="connsiteX11" fmla="*/ 7428275 w 7821919"/>
              <a:gd name="connsiteY11" fmla="*/ 4316448 h 6858000"/>
              <a:gd name="connsiteX12" fmla="*/ 7789089 w 7821919"/>
              <a:gd name="connsiteY12" fmla="*/ 4759152 h 6858000"/>
              <a:gd name="connsiteX13" fmla="*/ 7821919 w 7821919"/>
              <a:gd name="connsiteY13" fmla="*/ 4762461 h 6858000"/>
              <a:gd name="connsiteX14" fmla="*/ 7809638 w 7821919"/>
              <a:gd name="connsiteY14" fmla="*/ 4785088 h 6858000"/>
              <a:gd name="connsiteX15" fmla="*/ 7794661 w 7821919"/>
              <a:gd name="connsiteY15" fmla="*/ 4833335 h 6858000"/>
              <a:gd name="connsiteX16" fmla="*/ 7524776 w 7821919"/>
              <a:gd name="connsiteY16" fmla="*/ 4917113 h 6858000"/>
              <a:gd name="connsiteX17" fmla="*/ 6642110 w 7821919"/>
              <a:gd name="connsiteY17" fmla="*/ 6248746 h 6858000"/>
              <a:gd name="connsiteX18" fmla="*/ 6755682 w 7821919"/>
              <a:gd name="connsiteY18" fmla="*/ 6811285 h 6858000"/>
              <a:gd name="connsiteX19" fmla="*/ 6778185 w 7821919"/>
              <a:gd name="connsiteY19" fmla="*/ 6858000 h 6858000"/>
              <a:gd name="connsiteX20" fmla="*/ 0 w 7821919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821919" h="6858000">
                <a:moveTo>
                  <a:pt x="0" y="0"/>
                </a:moveTo>
                <a:lnTo>
                  <a:pt x="6983367" y="0"/>
                </a:lnTo>
                <a:lnTo>
                  <a:pt x="6982269" y="1331"/>
                </a:lnTo>
                <a:cubicBezTo>
                  <a:pt x="6888522" y="140095"/>
                  <a:pt x="6833782" y="307376"/>
                  <a:pt x="6833782" y="487443"/>
                </a:cubicBezTo>
                <a:cubicBezTo>
                  <a:pt x="6833782" y="547466"/>
                  <a:pt x="6839864" y="606067"/>
                  <a:pt x="6851446" y="662666"/>
                </a:cubicBezTo>
                <a:lnTo>
                  <a:pt x="6857532" y="686333"/>
                </a:lnTo>
                <a:lnTo>
                  <a:pt x="6806927" y="699345"/>
                </a:lnTo>
                <a:cubicBezTo>
                  <a:pt x="6081835" y="924872"/>
                  <a:pt x="5555365" y="1601212"/>
                  <a:pt x="5555365" y="2400515"/>
                </a:cubicBezTo>
                <a:cubicBezTo>
                  <a:pt x="5555365" y="3384273"/>
                  <a:pt x="6352859" y="4181767"/>
                  <a:pt x="7336617" y="4181767"/>
                </a:cubicBezTo>
                <a:lnTo>
                  <a:pt x="7452815" y="4175900"/>
                </a:lnTo>
                <a:lnTo>
                  <a:pt x="7437456" y="4225378"/>
                </a:lnTo>
                <a:cubicBezTo>
                  <a:pt x="7431436" y="4254794"/>
                  <a:pt x="7428275" y="4285252"/>
                  <a:pt x="7428275" y="4316448"/>
                </a:cubicBezTo>
                <a:cubicBezTo>
                  <a:pt x="7428275" y="4534821"/>
                  <a:pt x="7583172" y="4717015"/>
                  <a:pt x="7789089" y="4759152"/>
                </a:cubicBezTo>
                <a:lnTo>
                  <a:pt x="7821919" y="4762461"/>
                </a:lnTo>
                <a:lnTo>
                  <a:pt x="7809638" y="4785088"/>
                </a:lnTo>
                <a:lnTo>
                  <a:pt x="7794661" y="4833335"/>
                </a:lnTo>
                <a:lnTo>
                  <a:pt x="7524776" y="4917113"/>
                </a:lnTo>
                <a:cubicBezTo>
                  <a:pt x="7006070" y="5136507"/>
                  <a:pt x="6642110" y="5650122"/>
                  <a:pt x="6642110" y="6248746"/>
                </a:cubicBezTo>
                <a:cubicBezTo>
                  <a:pt x="6642110" y="6448287"/>
                  <a:pt x="6682550" y="6638383"/>
                  <a:pt x="6755682" y="6811285"/>
                </a:cubicBezTo>
                <a:lnTo>
                  <a:pt x="6778185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15000">
                <a:schemeClr val="bg2">
                  <a:alpha val="0"/>
                </a:schemeClr>
              </a:gs>
              <a:gs pos="100000">
                <a:schemeClr val="bg2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0B5529D-5CAA-4BF2-B5C9-34705E7661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19931" cy="51435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332A6F87-AC28-4AA8-B8A6-AEBC67BD0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0675" y="316273"/>
            <a:ext cx="725361" cy="725361"/>
          </a:xfrm>
          <a:prstGeom prst="ellipse">
            <a:avLst/>
          </a:prstGeom>
          <a:gradFill>
            <a:gsLst>
              <a:gs pos="0">
                <a:schemeClr val="bg2">
                  <a:alpha val="0"/>
                </a:schemeClr>
              </a:gs>
              <a:gs pos="100000">
                <a:schemeClr val="accent1">
                  <a:alpha val="21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E2A4B138-A062-C0F4-99AC-769D1DAD7697}"/>
              </a:ext>
            </a:extLst>
          </p:cNvPr>
          <p:cNvSpPr/>
          <p:nvPr/>
        </p:nvSpPr>
        <p:spPr>
          <a:xfrm>
            <a:off x="819429" y="606042"/>
            <a:ext cx="8040792" cy="80792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500">
                <a:latin typeface="+mj-lt"/>
                <a:ea typeface="+mj-ea"/>
                <a:cs typeface="+mj-cs"/>
              </a:rPr>
              <a:t>KPI 2 - Grade and Sub-Grade-wise Revolving Balance</a:t>
            </a: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D2120013-66CA-1872-FCE6-EC94BE7B3357}"/>
              </a:ext>
            </a:extLst>
          </p:cNvPr>
          <p:cNvSpPr/>
          <p:nvPr/>
        </p:nvSpPr>
        <p:spPr>
          <a:xfrm>
            <a:off x="1274051" y="1405160"/>
            <a:ext cx="6952294" cy="299837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 defTabSz="914400">
              <a:lnSpc>
                <a:spcPct val="110000"/>
              </a:lnSpc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sz="1600"/>
              <a:t>Shows the </a:t>
            </a:r>
            <a:r>
              <a:rPr lang="en-US" sz="1600" b="1"/>
              <a:t>total revolving balance</a:t>
            </a:r>
            <a:r>
              <a:rPr lang="en-US" sz="1600"/>
              <a:t> for each loan grade.</a:t>
            </a:r>
          </a:p>
          <a:p>
            <a:pPr marL="285750" indent="-285750" defTabSz="914400">
              <a:lnSpc>
                <a:spcPct val="110000"/>
              </a:lnSpc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sz="1600"/>
              <a:t>Analyzes revolving balance across different </a:t>
            </a:r>
            <a:r>
              <a:rPr lang="en-US" sz="1600" b="1"/>
              <a:t>sub-grades</a:t>
            </a:r>
            <a:r>
              <a:rPr lang="en-US" sz="1600"/>
              <a:t>.</a:t>
            </a:r>
          </a:p>
          <a:p>
            <a:pPr marL="285750" indent="-285750" defTabSz="914400">
              <a:lnSpc>
                <a:spcPct val="110000"/>
              </a:lnSpc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sz="1600"/>
              <a:t>Helps compare the revolving balance between </a:t>
            </a:r>
            <a:r>
              <a:rPr lang="en-US" sz="1600" b="1"/>
              <a:t>loan grades</a:t>
            </a:r>
            <a:r>
              <a:rPr lang="en-US" sz="1600"/>
              <a:t>.</a:t>
            </a:r>
          </a:p>
          <a:p>
            <a:pPr marL="285750" indent="-285750" defTabSz="914400">
              <a:lnSpc>
                <a:spcPct val="110000"/>
              </a:lnSpc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sz="1600"/>
              <a:t>Identifies </a:t>
            </a:r>
            <a:r>
              <a:rPr lang="en-US" sz="1600" b="1"/>
              <a:t>grades and sub-grades with higher revolving balances</a:t>
            </a:r>
            <a:r>
              <a:rPr lang="en-US" sz="1600"/>
              <a:t>.</a:t>
            </a:r>
          </a:p>
          <a:p>
            <a:pPr marL="285750" indent="-285750" defTabSz="914400">
              <a:lnSpc>
                <a:spcPct val="110000"/>
              </a:lnSpc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sz="1600"/>
              <a:t>Helps understand the </a:t>
            </a:r>
            <a:r>
              <a:rPr lang="en-US" sz="1600" b="1"/>
              <a:t>credit utilization pattern</a:t>
            </a:r>
            <a:r>
              <a:rPr lang="en-US" sz="1600"/>
              <a:t> of borrowers.</a:t>
            </a:r>
          </a:p>
          <a:p>
            <a:pPr marL="285750" indent="-285750" defTabSz="914400">
              <a:lnSpc>
                <a:spcPct val="110000"/>
              </a:lnSpc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sz="1600"/>
              <a:t>Provides insights into the </a:t>
            </a:r>
            <a:r>
              <a:rPr lang="en-US" sz="1600" b="1"/>
              <a:t>distribution of revolving balances</a:t>
            </a:r>
            <a:r>
              <a:rPr lang="en-US" sz="1600"/>
              <a:t> across loan categories.</a:t>
            </a:r>
          </a:p>
        </p:txBody>
      </p:sp>
    </p:spTree>
    <p:extLst>
      <p:ext uri="{BB962C8B-B14F-4D97-AF65-F5344CB8AC3E}">
        <p14:creationId xmlns:p14="http://schemas.microsoft.com/office/powerpoint/2010/main" val="36559627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F77117-449F-33E4-5575-D477981D6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DBBA26C-89C3-411F-9753-606A413F89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845" y="1578901"/>
            <a:ext cx="7020154" cy="356459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EAD2215-6311-4D1C-B6B5-F57CB6BFCB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2400" cy="51435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BA5DE79-30D1-4A10-8DB9-0A6E523A97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23130" cy="51435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ABD0D63-D23F-4AE7-8270-4185EF9C1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1531" y="0"/>
            <a:ext cx="34289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5B0B43F-2CE7-4C6C-BABC-EE342B3282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359" y="0"/>
            <a:ext cx="7779237" cy="51435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5459F07-63F9-48CF-B725-A873C4BC3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2996" y="0"/>
            <a:ext cx="20574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B83E1E-DAC1-4851-84FF-D6FE1649D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46207" y="480918"/>
            <a:ext cx="3117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8F3CF990-ACB8-443A-BB74-D36EC8A00B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601900C-265D-4146-A578-477541E3D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00B98862-BEE1-44FB-A335-A1B9106B4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845" y="1578901"/>
            <a:ext cx="7020154" cy="3564599"/>
          </a:xfrm>
          <a:prstGeom prst="rect">
            <a:avLst/>
          </a:prstGeom>
          <a:noFill/>
        </p:spPr>
      </p:pic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5F94F98-3A57-49AA-838E-91AAF600B6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758889" y="-1245726"/>
            <a:ext cx="4378672" cy="8391550"/>
          </a:xfrm>
          <a:custGeom>
            <a:avLst/>
            <a:gdLst>
              <a:gd name="connsiteX0" fmla="*/ 0 w 7821919"/>
              <a:gd name="connsiteY0" fmla="*/ 0 h 6858000"/>
              <a:gd name="connsiteX1" fmla="*/ 6983367 w 7821919"/>
              <a:gd name="connsiteY1" fmla="*/ 0 h 6858000"/>
              <a:gd name="connsiteX2" fmla="*/ 6982269 w 7821919"/>
              <a:gd name="connsiteY2" fmla="*/ 1331 h 6858000"/>
              <a:gd name="connsiteX3" fmla="*/ 6833782 w 7821919"/>
              <a:gd name="connsiteY3" fmla="*/ 487443 h 6858000"/>
              <a:gd name="connsiteX4" fmla="*/ 6851446 w 7821919"/>
              <a:gd name="connsiteY4" fmla="*/ 662666 h 6858000"/>
              <a:gd name="connsiteX5" fmla="*/ 6857532 w 7821919"/>
              <a:gd name="connsiteY5" fmla="*/ 686333 h 6858000"/>
              <a:gd name="connsiteX6" fmla="*/ 6806927 w 7821919"/>
              <a:gd name="connsiteY6" fmla="*/ 699345 h 6858000"/>
              <a:gd name="connsiteX7" fmla="*/ 5555365 w 7821919"/>
              <a:gd name="connsiteY7" fmla="*/ 2400515 h 6858000"/>
              <a:gd name="connsiteX8" fmla="*/ 7336617 w 7821919"/>
              <a:gd name="connsiteY8" fmla="*/ 4181767 h 6858000"/>
              <a:gd name="connsiteX9" fmla="*/ 7452815 w 7821919"/>
              <a:gd name="connsiteY9" fmla="*/ 4175900 h 6858000"/>
              <a:gd name="connsiteX10" fmla="*/ 7437456 w 7821919"/>
              <a:gd name="connsiteY10" fmla="*/ 4225378 h 6858000"/>
              <a:gd name="connsiteX11" fmla="*/ 7428275 w 7821919"/>
              <a:gd name="connsiteY11" fmla="*/ 4316448 h 6858000"/>
              <a:gd name="connsiteX12" fmla="*/ 7789089 w 7821919"/>
              <a:gd name="connsiteY12" fmla="*/ 4759152 h 6858000"/>
              <a:gd name="connsiteX13" fmla="*/ 7821919 w 7821919"/>
              <a:gd name="connsiteY13" fmla="*/ 4762461 h 6858000"/>
              <a:gd name="connsiteX14" fmla="*/ 7809638 w 7821919"/>
              <a:gd name="connsiteY14" fmla="*/ 4785088 h 6858000"/>
              <a:gd name="connsiteX15" fmla="*/ 7794661 w 7821919"/>
              <a:gd name="connsiteY15" fmla="*/ 4833335 h 6858000"/>
              <a:gd name="connsiteX16" fmla="*/ 7524776 w 7821919"/>
              <a:gd name="connsiteY16" fmla="*/ 4917113 h 6858000"/>
              <a:gd name="connsiteX17" fmla="*/ 6642110 w 7821919"/>
              <a:gd name="connsiteY17" fmla="*/ 6248746 h 6858000"/>
              <a:gd name="connsiteX18" fmla="*/ 6755682 w 7821919"/>
              <a:gd name="connsiteY18" fmla="*/ 6811285 h 6858000"/>
              <a:gd name="connsiteX19" fmla="*/ 6778185 w 7821919"/>
              <a:gd name="connsiteY19" fmla="*/ 6858000 h 6858000"/>
              <a:gd name="connsiteX20" fmla="*/ 0 w 7821919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821919" h="6858000">
                <a:moveTo>
                  <a:pt x="0" y="0"/>
                </a:moveTo>
                <a:lnTo>
                  <a:pt x="6983367" y="0"/>
                </a:lnTo>
                <a:lnTo>
                  <a:pt x="6982269" y="1331"/>
                </a:lnTo>
                <a:cubicBezTo>
                  <a:pt x="6888522" y="140095"/>
                  <a:pt x="6833782" y="307376"/>
                  <a:pt x="6833782" y="487443"/>
                </a:cubicBezTo>
                <a:cubicBezTo>
                  <a:pt x="6833782" y="547466"/>
                  <a:pt x="6839864" y="606067"/>
                  <a:pt x="6851446" y="662666"/>
                </a:cubicBezTo>
                <a:lnTo>
                  <a:pt x="6857532" y="686333"/>
                </a:lnTo>
                <a:lnTo>
                  <a:pt x="6806927" y="699345"/>
                </a:lnTo>
                <a:cubicBezTo>
                  <a:pt x="6081835" y="924872"/>
                  <a:pt x="5555365" y="1601212"/>
                  <a:pt x="5555365" y="2400515"/>
                </a:cubicBezTo>
                <a:cubicBezTo>
                  <a:pt x="5555365" y="3384273"/>
                  <a:pt x="6352859" y="4181767"/>
                  <a:pt x="7336617" y="4181767"/>
                </a:cubicBezTo>
                <a:lnTo>
                  <a:pt x="7452815" y="4175900"/>
                </a:lnTo>
                <a:lnTo>
                  <a:pt x="7437456" y="4225378"/>
                </a:lnTo>
                <a:cubicBezTo>
                  <a:pt x="7431436" y="4254794"/>
                  <a:pt x="7428275" y="4285252"/>
                  <a:pt x="7428275" y="4316448"/>
                </a:cubicBezTo>
                <a:cubicBezTo>
                  <a:pt x="7428275" y="4534821"/>
                  <a:pt x="7583172" y="4717015"/>
                  <a:pt x="7789089" y="4759152"/>
                </a:cubicBezTo>
                <a:lnTo>
                  <a:pt x="7821919" y="4762461"/>
                </a:lnTo>
                <a:lnTo>
                  <a:pt x="7809638" y="4785088"/>
                </a:lnTo>
                <a:lnTo>
                  <a:pt x="7794661" y="4833335"/>
                </a:lnTo>
                <a:lnTo>
                  <a:pt x="7524776" y="4917113"/>
                </a:lnTo>
                <a:cubicBezTo>
                  <a:pt x="7006070" y="5136507"/>
                  <a:pt x="6642110" y="5650122"/>
                  <a:pt x="6642110" y="6248746"/>
                </a:cubicBezTo>
                <a:cubicBezTo>
                  <a:pt x="6642110" y="6448287"/>
                  <a:pt x="6682550" y="6638383"/>
                  <a:pt x="6755682" y="6811285"/>
                </a:cubicBezTo>
                <a:lnTo>
                  <a:pt x="6778185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25000">
                <a:schemeClr val="accent1">
                  <a:alpha val="0"/>
                </a:schemeClr>
              </a:gs>
              <a:gs pos="100000">
                <a:schemeClr val="accent1">
                  <a:alpha val="7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185CF21-0594-48C0-9F3E-254D6BCE9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" y="0"/>
            <a:ext cx="9142400" cy="51435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41F8C064-2DC5-4758-B49C-76BFF64052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>
              <a:lumMod val="1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FBD68200-BC03-4015-860B-CD5C30CD7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5156" y="0"/>
            <a:ext cx="5906934" cy="5143500"/>
          </a:xfrm>
          <a:custGeom>
            <a:avLst/>
            <a:gdLst>
              <a:gd name="connsiteX0" fmla="*/ 0 w 7821919"/>
              <a:gd name="connsiteY0" fmla="*/ 0 h 6858000"/>
              <a:gd name="connsiteX1" fmla="*/ 6983367 w 7821919"/>
              <a:gd name="connsiteY1" fmla="*/ 0 h 6858000"/>
              <a:gd name="connsiteX2" fmla="*/ 6982269 w 7821919"/>
              <a:gd name="connsiteY2" fmla="*/ 1331 h 6858000"/>
              <a:gd name="connsiteX3" fmla="*/ 6833782 w 7821919"/>
              <a:gd name="connsiteY3" fmla="*/ 487443 h 6858000"/>
              <a:gd name="connsiteX4" fmla="*/ 6851446 w 7821919"/>
              <a:gd name="connsiteY4" fmla="*/ 662666 h 6858000"/>
              <a:gd name="connsiteX5" fmla="*/ 6857532 w 7821919"/>
              <a:gd name="connsiteY5" fmla="*/ 686333 h 6858000"/>
              <a:gd name="connsiteX6" fmla="*/ 6806927 w 7821919"/>
              <a:gd name="connsiteY6" fmla="*/ 699345 h 6858000"/>
              <a:gd name="connsiteX7" fmla="*/ 5555365 w 7821919"/>
              <a:gd name="connsiteY7" fmla="*/ 2400515 h 6858000"/>
              <a:gd name="connsiteX8" fmla="*/ 7336617 w 7821919"/>
              <a:gd name="connsiteY8" fmla="*/ 4181767 h 6858000"/>
              <a:gd name="connsiteX9" fmla="*/ 7452815 w 7821919"/>
              <a:gd name="connsiteY9" fmla="*/ 4175900 h 6858000"/>
              <a:gd name="connsiteX10" fmla="*/ 7437456 w 7821919"/>
              <a:gd name="connsiteY10" fmla="*/ 4225378 h 6858000"/>
              <a:gd name="connsiteX11" fmla="*/ 7428275 w 7821919"/>
              <a:gd name="connsiteY11" fmla="*/ 4316448 h 6858000"/>
              <a:gd name="connsiteX12" fmla="*/ 7789089 w 7821919"/>
              <a:gd name="connsiteY12" fmla="*/ 4759152 h 6858000"/>
              <a:gd name="connsiteX13" fmla="*/ 7821919 w 7821919"/>
              <a:gd name="connsiteY13" fmla="*/ 4762461 h 6858000"/>
              <a:gd name="connsiteX14" fmla="*/ 7809638 w 7821919"/>
              <a:gd name="connsiteY14" fmla="*/ 4785088 h 6858000"/>
              <a:gd name="connsiteX15" fmla="*/ 7794661 w 7821919"/>
              <a:gd name="connsiteY15" fmla="*/ 4833335 h 6858000"/>
              <a:gd name="connsiteX16" fmla="*/ 7524776 w 7821919"/>
              <a:gd name="connsiteY16" fmla="*/ 4917113 h 6858000"/>
              <a:gd name="connsiteX17" fmla="*/ 6642110 w 7821919"/>
              <a:gd name="connsiteY17" fmla="*/ 6248746 h 6858000"/>
              <a:gd name="connsiteX18" fmla="*/ 6755682 w 7821919"/>
              <a:gd name="connsiteY18" fmla="*/ 6811285 h 6858000"/>
              <a:gd name="connsiteX19" fmla="*/ 6778185 w 7821919"/>
              <a:gd name="connsiteY19" fmla="*/ 6858000 h 6858000"/>
              <a:gd name="connsiteX20" fmla="*/ 0 w 7821919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821919" h="6858000">
                <a:moveTo>
                  <a:pt x="0" y="0"/>
                </a:moveTo>
                <a:lnTo>
                  <a:pt x="6983367" y="0"/>
                </a:lnTo>
                <a:lnTo>
                  <a:pt x="6982269" y="1331"/>
                </a:lnTo>
                <a:cubicBezTo>
                  <a:pt x="6888522" y="140095"/>
                  <a:pt x="6833782" y="307376"/>
                  <a:pt x="6833782" y="487443"/>
                </a:cubicBezTo>
                <a:cubicBezTo>
                  <a:pt x="6833782" y="547466"/>
                  <a:pt x="6839864" y="606067"/>
                  <a:pt x="6851446" y="662666"/>
                </a:cubicBezTo>
                <a:lnTo>
                  <a:pt x="6857532" y="686333"/>
                </a:lnTo>
                <a:lnTo>
                  <a:pt x="6806927" y="699345"/>
                </a:lnTo>
                <a:cubicBezTo>
                  <a:pt x="6081835" y="924872"/>
                  <a:pt x="5555365" y="1601212"/>
                  <a:pt x="5555365" y="2400515"/>
                </a:cubicBezTo>
                <a:cubicBezTo>
                  <a:pt x="5555365" y="3384273"/>
                  <a:pt x="6352859" y="4181767"/>
                  <a:pt x="7336617" y="4181767"/>
                </a:cubicBezTo>
                <a:lnTo>
                  <a:pt x="7452815" y="4175900"/>
                </a:lnTo>
                <a:lnTo>
                  <a:pt x="7437456" y="4225378"/>
                </a:lnTo>
                <a:cubicBezTo>
                  <a:pt x="7431436" y="4254794"/>
                  <a:pt x="7428275" y="4285252"/>
                  <a:pt x="7428275" y="4316448"/>
                </a:cubicBezTo>
                <a:cubicBezTo>
                  <a:pt x="7428275" y="4534821"/>
                  <a:pt x="7583172" y="4717015"/>
                  <a:pt x="7789089" y="4759152"/>
                </a:cubicBezTo>
                <a:lnTo>
                  <a:pt x="7821919" y="4762461"/>
                </a:lnTo>
                <a:lnTo>
                  <a:pt x="7809638" y="4785088"/>
                </a:lnTo>
                <a:lnTo>
                  <a:pt x="7794661" y="4833335"/>
                </a:lnTo>
                <a:lnTo>
                  <a:pt x="7524776" y="4917113"/>
                </a:lnTo>
                <a:cubicBezTo>
                  <a:pt x="7006070" y="5136507"/>
                  <a:pt x="6642110" y="5650122"/>
                  <a:pt x="6642110" y="6248746"/>
                </a:cubicBezTo>
                <a:cubicBezTo>
                  <a:pt x="6642110" y="6448287"/>
                  <a:pt x="6682550" y="6638383"/>
                  <a:pt x="6755682" y="6811285"/>
                </a:cubicBezTo>
                <a:lnTo>
                  <a:pt x="6778185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15000">
                <a:schemeClr val="bg2">
                  <a:alpha val="0"/>
                </a:schemeClr>
              </a:gs>
              <a:gs pos="100000">
                <a:schemeClr val="bg2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0B5529D-5CAA-4BF2-B5C9-34705E7661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19931" cy="51435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332A6F87-AC28-4AA8-B8A6-AEBC67BD0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0675" y="316273"/>
            <a:ext cx="725361" cy="725361"/>
          </a:xfrm>
          <a:prstGeom prst="ellipse">
            <a:avLst/>
          </a:prstGeom>
          <a:gradFill>
            <a:gsLst>
              <a:gs pos="0">
                <a:schemeClr val="bg2">
                  <a:alpha val="0"/>
                </a:schemeClr>
              </a:gs>
              <a:gs pos="100000">
                <a:schemeClr val="accent1">
                  <a:alpha val="21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F28FD9CE-0C7E-0913-DF80-E054318CB639}"/>
              </a:ext>
            </a:extLst>
          </p:cNvPr>
          <p:cNvSpPr/>
          <p:nvPr/>
        </p:nvSpPr>
        <p:spPr>
          <a:xfrm>
            <a:off x="1160675" y="637673"/>
            <a:ext cx="7142465" cy="80792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500">
                <a:latin typeface="+mj-lt"/>
                <a:ea typeface="+mj-ea"/>
                <a:cs typeface="+mj-cs"/>
              </a:rPr>
              <a:t>KPI 3 - Total Payment by Verification Status</a:t>
            </a: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5EEA9D8F-37A4-F39D-C138-0BFF32A50491}"/>
              </a:ext>
            </a:extLst>
          </p:cNvPr>
          <p:cNvSpPr/>
          <p:nvPr/>
        </p:nvSpPr>
        <p:spPr>
          <a:xfrm>
            <a:off x="1297188" y="1539087"/>
            <a:ext cx="7405377" cy="299837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 defTabSz="914400">
              <a:lnSpc>
                <a:spcPct val="110000"/>
              </a:lnSpc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sz="1600"/>
              <a:t>Shows the </a:t>
            </a:r>
            <a:r>
              <a:rPr lang="en-US" sz="1600" b="1"/>
              <a:t>total payment amount</a:t>
            </a:r>
            <a:r>
              <a:rPr lang="en-US" sz="1600"/>
              <a:t> based on verification status.</a:t>
            </a:r>
          </a:p>
          <a:p>
            <a:pPr marL="285750" indent="-285750" defTabSz="914400">
              <a:lnSpc>
                <a:spcPct val="110000"/>
              </a:lnSpc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sz="1600"/>
              <a:t>Compares payments between </a:t>
            </a:r>
            <a:r>
              <a:rPr lang="en-US" sz="1600" b="1"/>
              <a:t>Verified</a:t>
            </a:r>
            <a:r>
              <a:rPr lang="en-US" sz="1600"/>
              <a:t> and </a:t>
            </a:r>
            <a:r>
              <a:rPr lang="en-US" sz="1600" b="1"/>
              <a:t>Not Verified</a:t>
            </a:r>
            <a:r>
              <a:rPr lang="en-US" sz="1600"/>
              <a:t> loans.</a:t>
            </a:r>
          </a:p>
          <a:p>
            <a:pPr marL="285750" indent="-285750" defTabSz="914400">
              <a:lnSpc>
                <a:spcPct val="110000"/>
              </a:lnSpc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sz="1600"/>
              <a:t>Helps understand the </a:t>
            </a:r>
            <a:r>
              <a:rPr lang="en-US" sz="1600" b="1"/>
              <a:t>payment distribution</a:t>
            </a:r>
            <a:r>
              <a:rPr lang="en-US" sz="1600"/>
              <a:t> by verification category.</a:t>
            </a:r>
          </a:p>
          <a:p>
            <a:pPr marL="285750" indent="-285750" defTabSz="914400">
              <a:lnSpc>
                <a:spcPct val="110000"/>
              </a:lnSpc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sz="1600"/>
              <a:t>Identifies which verification category has a </a:t>
            </a:r>
            <a:r>
              <a:rPr lang="en-US" sz="1600" b="1"/>
              <a:t>higher total payment</a:t>
            </a:r>
            <a:r>
              <a:rPr lang="en-US" sz="1600"/>
              <a:t>.</a:t>
            </a:r>
          </a:p>
          <a:p>
            <a:pPr marL="285750" indent="-285750" defTabSz="914400">
              <a:lnSpc>
                <a:spcPct val="110000"/>
              </a:lnSpc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sz="1600"/>
              <a:t>Provides insights into the relationship between </a:t>
            </a:r>
            <a:r>
              <a:rPr lang="en-US" sz="1600" b="1"/>
              <a:t>loan verification and payments</a:t>
            </a:r>
            <a:r>
              <a:rPr lang="en-US" sz="1600"/>
              <a:t>.</a:t>
            </a:r>
          </a:p>
          <a:p>
            <a:pPr marL="285750" indent="-285750" defTabSz="914400">
              <a:lnSpc>
                <a:spcPct val="110000"/>
              </a:lnSpc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sz="1600"/>
              <a:t>Visualized using a </a:t>
            </a:r>
            <a:r>
              <a:rPr lang="en-US" sz="1600" b="1"/>
              <a:t>pie chart</a:t>
            </a:r>
            <a:r>
              <a:rPr lang="en-US" sz="1600"/>
              <a:t> for easy comparison. </a:t>
            </a:r>
          </a:p>
          <a:p>
            <a:pPr marL="285750" indent="-285750" defTabSz="914400">
              <a:lnSpc>
                <a:spcPct val="110000"/>
              </a:lnSpc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</a:pP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9820165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E5DFBD-5D51-DE09-4351-B82C4F6F6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DBBA26C-89C3-411F-9753-606A413F89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845" y="1578901"/>
            <a:ext cx="7020154" cy="356459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EAD2215-6311-4D1C-B6B5-F57CB6BFCB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2400" cy="51435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BA5DE79-30D1-4A10-8DB9-0A6E523A97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23130" cy="51435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ABD0D63-D23F-4AE7-8270-4185EF9C1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1531" y="0"/>
            <a:ext cx="34289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5B0B43F-2CE7-4C6C-BABC-EE342B3282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359" y="0"/>
            <a:ext cx="7779237" cy="51435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5459F07-63F9-48CF-B725-A873C4BC3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2996" y="0"/>
            <a:ext cx="20574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B83E1E-DAC1-4851-84FF-D6FE1649D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46207" y="480918"/>
            <a:ext cx="3117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8F3CF990-ACB8-443A-BB74-D36EC8A00B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601900C-265D-4146-A578-477541E3D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00B98862-BEE1-44FB-A335-A1B9106B4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845" y="1578901"/>
            <a:ext cx="7020154" cy="3564599"/>
          </a:xfrm>
          <a:prstGeom prst="rect">
            <a:avLst/>
          </a:prstGeom>
          <a:noFill/>
        </p:spPr>
      </p:pic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5F94F98-3A57-49AA-838E-91AAF600B6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758889" y="-1245726"/>
            <a:ext cx="4378672" cy="8391550"/>
          </a:xfrm>
          <a:custGeom>
            <a:avLst/>
            <a:gdLst>
              <a:gd name="connsiteX0" fmla="*/ 0 w 7821919"/>
              <a:gd name="connsiteY0" fmla="*/ 0 h 6858000"/>
              <a:gd name="connsiteX1" fmla="*/ 6983367 w 7821919"/>
              <a:gd name="connsiteY1" fmla="*/ 0 h 6858000"/>
              <a:gd name="connsiteX2" fmla="*/ 6982269 w 7821919"/>
              <a:gd name="connsiteY2" fmla="*/ 1331 h 6858000"/>
              <a:gd name="connsiteX3" fmla="*/ 6833782 w 7821919"/>
              <a:gd name="connsiteY3" fmla="*/ 487443 h 6858000"/>
              <a:gd name="connsiteX4" fmla="*/ 6851446 w 7821919"/>
              <a:gd name="connsiteY4" fmla="*/ 662666 h 6858000"/>
              <a:gd name="connsiteX5" fmla="*/ 6857532 w 7821919"/>
              <a:gd name="connsiteY5" fmla="*/ 686333 h 6858000"/>
              <a:gd name="connsiteX6" fmla="*/ 6806927 w 7821919"/>
              <a:gd name="connsiteY6" fmla="*/ 699345 h 6858000"/>
              <a:gd name="connsiteX7" fmla="*/ 5555365 w 7821919"/>
              <a:gd name="connsiteY7" fmla="*/ 2400515 h 6858000"/>
              <a:gd name="connsiteX8" fmla="*/ 7336617 w 7821919"/>
              <a:gd name="connsiteY8" fmla="*/ 4181767 h 6858000"/>
              <a:gd name="connsiteX9" fmla="*/ 7452815 w 7821919"/>
              <a:gd name="connsiteY9" fmla="*/ 4175900 h 6858000"/>
              <a:gd name="connsiteX10" fmla="*/ 7437456 w 7821919"/>
              <a:gd name="connsiteY10" fmla="*/ 4225378 h 6858000"/>
              <a:gd name="connsiteX11" fmla="*/ 7428275 w 7821919"/>
              <a:gd name="connsiteY11" fmla="*/ 4316448 h 6858000"/>
              <a:gd name="connsiteX12" fmla="*/ 7789089 w 7821919"/>
              <a:gd name="connsiteY12" fmla="*/ 4759152 h 6858000"/>
              <a:gd name="connsiteX13" fmla="*/ 7821919 w 7821919"/>
              <a:gd name="connsiteY13" fmla="*/ 4762461 h 6858000"/>
              <a:gd name="connsiteX14" fmla="*/ 7809638 w 7821919"/>
              <a:gd name="connsiteY14" fmla="*/ 4785088 h 6858000"/>
              <a:gd name="connsiteX15" fmla="*/ 7794661 w 7821919"/>
              <a:gd name="connsiteY15" fmla="*/ 4833335 h 6858000"/>
              <a:gd name="connsiteX16" fmla="*/ 7524776 w 7821919"/>
              <a:gd name="connsiteY16" fmla="*/ 4917113 h 6858000"/>
              <a:gd name="connsiteX17" fmla="*/ 6642110 w 7821919"/>
              <a:gd name="connsiteY17" fmla="*/ 6248746 h 6858000"/>
              <a:gd name="connsiteX18" fmla="*/ 6755682 w 7821919"/>
              <a:gd name="connsiteY18" fmla="*/ 6811285 h 6858000"/>
              <a:gd name="connsiteX19" fmla="*/ 6778185 w 7821919"/>
              <a:gd name="connsiteY19" fmla="*/ 6858000 h 6858000"/>
              <a:gd name="connsiteX20" fmla="*/ 0 w 7821919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821919" h="6858000">
                <a:moveTo>
                  <a:pt x="0" y="0"/>
                </a:moveTo>
                <a:lnTo>
                  <a:pt x="6983367" y="0"/>
                </a:lnTo>
                <a:lnTo>
                  <a:pt x="6982269" y="1331"/>
                </a:lnTo>
                <a:cubicBezTo>
                  <a:pt x="6888522" y="140095"/>
                  <a:pt x="6833782" y="307376"/>
                  <a:pt x="6833782" y="487443"/>
                </a:cubicBezTo>
                <a:cubicBezTo>
                  <a:pt x="6833782" y="547466"/>
                  <a:pt x="6839864" y="606067"/>
                  <a:pt x="6851446" y="662666"/>
                </a:cubicBezTo>
                <a:lnTo>
                  <a:pt x="6857532" y="686333"/>
                </a:lnTo>
                <a:lnTo>
                  <a:pt x="6806927" y="699345"/>
                </a:lnTo>
                <a:cubicBezTo>
                  <a:pt x="6081835" y="924872"/>
                  <a:pt x="5555365" y="1601212"/>
                  <a:pt x="5555365" y="2400515"/>
                </a:cubicBezTo>
                <a:cubicBezTo>
                  <a:pt x="5555365" y="3384273"/>
                  <a:pt x="6352859" y="4181767"/>
                  <a:pt x="7336617" y="4181767"/>
                </a:cubicBezTo>
                <a:lnTo>
                  <a:pt x="7452815" y="4175900"/>
                </a:lnTo>
                <a:lnTo>
                  <a:pt x="7437456" y="4225378"/>
                </a:lnTo>
                <a:cubicBezTo>
                  <a:pt x="7431436" y="4254794"/>
                  <a:pt x="7428275" y="4285252"/>
                  <a:pt x="7428275" y="4316448"/>
                </a:cubicBezTo>
                <a:cubicBezTo>
                  <a:pt x="7428275" y="4534821"/>
                  <a:pt x="7583172" y="4717015"/>
                  <a:pt x="7789089" y="4759152"/>
                </a:cubicBezTo>
                <a:lnTo>
                  <a:pt x="7821919" y="4762461"/>
                </a:lnTo>
                <a:lnTo>
                  <a:pt x="7809638" y="4785088"/>
                </a:lnTo>
                <a:lnTo>
                  <a:pt x="7794661" y="4833335"/>
                </a:lnTo>
                <a:lnTo>
                  <a:pt x="7524776" y="4917113"/>
                </a:lnTo>
                <a:cubicBezTo>
                  <a:pt x="7006070" y="5136507"/>
                  <a:pt x="6642110" y="5650122"/>
                  <a:pt x="6642110" y="6248746"/>
                </a:cubicBezTo>
                <a:cubicBezTo>
                  <a:pt x="6642110" y="6448287"/>
                  <a:pt x="6682550" y="6638383"/>
                  <a:pt x="6755682" y="6811285"/>
                </a:cubicBezTo>
                <a:lnTo>
                  <a:pt x="6778185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25000">
                <a:schemeClr val="accent1">
                  <a:alpha val="0"/>
                </a:schemeClr>
              </a:gs>
              <a:gs pos="100000">
                <a:schemeClr val="accent1">
                  <a:alpha val="7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185CF21-0594-48C0-9F3E-254D6BCE9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" y="0"/>
            <a:ext cx="9142400" cy="51435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41F8C064-2DC5-4758-B49C-76BFF64052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>
              <a:lumMod val="1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FBD68200-BC03-4015-860B-CD5C30CD7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5156" y="0"/>
            <a:ext cx="5906934" cy="5143500"/>
          </a:xfrm>
          <a:custGeom>
            <a:avLst/>
            <a:gdLst>
              <a:gd name="connsiteX0" fmla="*/ 0 w 7821919"/>
              <a:gd name="connsiteY0" fmla="*/ 0 h 6858000"/>
              <a:gd name="connsiteX1" fmla="*/ 6983367 w 7821919"/>
              <a:gd name="connsiteY1" fmla="*/ 0 h 6858000"/>
              <a:gd name="connsiteX2" fmla="*/ 6982269 w 7821919"/>
              <a:gd name="connsiteY2" fmla="*/ 1331 h 6858000"/>
              <a:gd name="connsiteX3" fmla="*/ 6833782 w 7821919"/>
              <a:gd name="connsiteY3" fmla="*/ 487443 h 6858000"/>
              <a:gd name="connsiteX4" fmla="*/ 6851446 w 7821919"/>
              <a:gd name="connsiteY4" fmla="*/ 662666 h 6858000"/>
              <a:gd name="connsiteX5" fmla="*/ 6857532 w 7821919"/>
              <a:gd name="connsiteY5" fmla="*/ 686333 h 6858000"/>
              <a:gd name="connsiteX6" fmla="*/ 6806927 w 7821919"/>
              <a:gd name="connsiteY6" fmla="*/ 699345 h 6858000"/>
              <a:gd name="connsiteX7" fmla="*/ 5555365 w 7821919"/>
              <a:gd name="connsiteY7" fmla="*/ 2400515 h 6858000"/>
              <a:gd name="connsiteX8" fmla="*/ 7336617 w 7821919"/>
              <a:gd name="connsiteY8" fmla="*/ 4181767 h 6858000"/>
              <a:gd name="connsiteX9" fmla="*/ 7452815 w 7821919"/>
              <a:gd name="connsiteY9" fmla="*/ 4175900 h 6858000"/>
              <a:gd name="connsiteX10" fmla="*/ 7437456 w 7821919"/>
              <a:gd name="connsiteY10" fmla="*/ 4225378 h 6858000"/>
              <a:gd name="connsiteX11" fmla="*/ 7428275 w 7821919"/>
              <a:gd name="connsiteY11" fmla="*/ 4316448 h 6858000"/>
              <a:gd name="connsiteX12" fmla="*/ 7789089 w 7821919"/>
              <a:gd name="connsiteY12" fmla="*/ 4759152 h 6858000"/>
              <a:gd name="connsiteX13" fmla="*/ 7821919 w 7821919"/>
              <a:gd name="connsiteY13" fmla="*/ 4762461 h 6858000"/>
              <a:gd name="connsiteX14" fmla="*/ 7809638 w 7821919"/>
              <a:gd name="connsiteY14" fmla="*/ 4785088 h 6858000"/>
              <a:gd name="connsiteX15" fmla="*/ 7794661 w 7821919"/>
              <a:gd name="connsiteY15" fmla="*/ 4833335 h 6858000"/>
              <a:gd name="connsiteX16" fmla="*/ 7524776 w 7821919"/>
              <a:gd name="connsiteY16" fmla="*/ 4917113 h 6858000"/>
              <a:gd name="connsiteX17" fmla="*/ 6642110 w 7821919"/>
              <a:gd name="connsiteY17" fmla="*/ 6248746 h 6858000"/>
              <a:gd name="connsiteX18" fmla="*/ 6755682 w 7821919"/>
              <a:gd name="connsiteY18" fmla="*/ 6811285 h 6858000"/>
              <a:gd name="connsiteX19" fmla="*/ 6778185 w 7821919"/>
              <a:gd name="connsiteY19" fmla="*/ 6858000 h 6858000"/>
              <a:gd name="connsiteX20" fmla="*/ 0 w 7821919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821919" h="6858000">
                <a:moveTo>
                  <a:pt x="0" y="0"/>
                </a:moveTo>
                <a:lnTo>
                  <a:pt x="6983367" y="0"/>
                </a:lnTo>
                <a:lnTo>
                  <a:pt x="6982269" y="1331"/>
                </a:lnTo>
                <a:cubicBezTo>
                  <a:pt x="6888522" y="140095"/>
                  <a:pt x="6833782" y="307376"/>
                  <a:pt x="6833782" y="487443"/>
                </a:cubicBezTo>
                <a:cubicBezTo>
                  <a:pt x="6833782" y="547466"/>
                  <a:pt x="6839864" y="606067"/>
                  <a:pt x="6851446" y="662666"/>
                </a:cubicBezTo>
                <a:lnTo>
                  <a:pt x="6857532" y="686333"/>
                </a:lnTo>
                <a:lnTo>
                  <a:pt x="6806927" y="699345"/>
                </a:lnTo>
                <a:cubicBezTo>
                  <a:pt x="6081835" y="924872"/>
                  <a:pt x="5555365" y="1601212"/>
                  <a:pt x="5555365" y="2400515"/>
                </a:cubicBezTo>
                <a:cubicBezTo>
                  <a:pt x="5555365" y="3384273"/>
                  <a:pt x="6352859" y="4181767"/>
                  <a:pt x="7336617" y="4181767"/>
                </a:cubicBezTo>
                <a:lnTo>
                  <a:pt x="7452815" y="4175900"/>
                </a:lnTo>
                <a:lnTo>
                  <a:pt x="7437456" y="4225378"/>
                </a:lnTo>
                <a:cubicBezTo>
                  <a:pt x="7431436" y="4254794"/>
                  <a:pt x="7428275" y="4285252"/>
                  <a:pt x="7428275" y="4316448"/>
                </a:cubicBezTo>
                <a:cubicBezTo>
                  <a:pt x="7428275" y="4534821"/>
                  <a:pt x="7583172" y="4717015"/>
                  <a:pt x="7789089" y="4759152"/>
                </a:cubicBezTo>
                <a:lnTo>
                  <a:pt x="7821919" y="4762461"/>
                </a:lnTo>
                <a:lnTo>
                  <a:pt x="7809638" y="4785088"/>
                </a:lnTo>
                <a:lnTo>
                  <a:pt x="7794661" y="4833335"/>
                </a:lnTo>
                <a:lnTo>
                  <a:pt x="7524776" y="4917113"/>
                </a:lnTo>
                <a:cubicBezTo>
                  <a:pt x="7006070" y="5136507"/>
                  <a:pt x="6642110" y="5650122"/>
                  <a:pt x="6642110" y="6248746"/>
                </a:cubicBezTo>
                <a:cubicBezTo>
                  <a:pt x="6642110" y="6448287"/>
                  <a:pt x="6682550" y="6638383"/>
                  <a:pt x="6755682" y="6811285"/>
                </a:cubicBezTo>
                <a:lnTo>
                  <a:pt x="6778185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15000">
                <a:schemeClr val="bg2">
                  <a:alpha val="0"/>
                </a:schemeClr>
              </a:gs>
              <a:gs pos="100000">
                <a:schemeClr val="bg2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0B5529D-5CAA-4BF2-B5C9-34705E7661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19931" cy="51435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332A6F87-AC28-4AA8-B8A6-AEBC67BD0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0675" y="316273"/>
            <a:ext cx="725361" cy="725361"/>
          </a:xfrm>
          <a:prstGeom prst="ellipse">
            <a:avLst/>
          </a:prstGeom>
          <a:gradFill>
            <a:gsLst>
              <a:gs pos="0">
                <a:schemeClr val="bg2">
                  <a:alpha val="0"/>
                </a:schemeClr>
              </a:gs>
              <a:gs pos="100000">
                <a:schemeClr val="accent1">
                  <a:alpha val="21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D592FC47-C841-0906-77CB-6DA3E3D754CB}"/>
              </a:ext>
            </a:extLst>
          </p:cNvPr>
          <p:cNvSpPr/>
          <p:nvPr/>
        </p:nvSpPr>
        <p:spPr>
          <a:xfrm>
            <a:off x="1044611" y="606042"/>
            <a:ext cx="6882994" cy="80792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500">
                <a:latin typeface="+mj-lt"/>
                <a:ea typeface="+mj-ea"/>
                <a:cs typeface="+mj-cs"/>
              </a:rPr>
              <a:t>KPI 4 - State-wise and Month-wise Loan Status</a:t>
            </a: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34B87101-CA5C-0F83-78A0-32A06F6005B7}"/>
              </a:ext>
            </a:extLst>
          </p:cNvPr>
          <p:cNvSpPr/>
          <p:nvPr/>
        </p:nvSpPr>
        <p:spPr>
          <a:xfrm>
            <a:off x="1400951" y="1384416"/>
            <a:ext cx="7021518" cy="299837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 defTabSz="914400">
              <a:lnSpc>
                <a:spcPct val="120000"/>
              </a:lnSpc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sz="1600"/>
              <a:t>Shows the </a:t>
            </a:r>
            <a:r>
              <a:rPr lang="en-US" sz="1600" b="1"/>
              <a:t>loan status across different states</a:t>
            </a:r>
            <a:r>
              <a:rPr lang="en-US" sz="1600"/>
              <a:t>.</a:t>
            </a:r>
          </a:p>
          <a:p>
            <a:pPr marL="285750" indent="-285750" defTabSz="914400">
              <a:lnSpc>
                <a:spcPct val="120000"/>
              </a:lnSpc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sz="1600"/>
              <a:t>Analyzes the </a:t>
            </a:r>
            <a:r>
              <a:rPr lang="en-US" sz="1600" b="1"/>
              <a:t>monthly distribution of loan status</a:t>
            </a:r>
            <a:r>
              <a:rPr lang="en-US" sz="1600"/>
              <a:t>.</a:t>
            </a:r>
          </a:p>
          <a:p>
            <a:pPr marL="285750" indent="-285750" defTabSz="914400">
              <a:lnSpc>
                <a:spcPct val="120000"/>
              </a:lnSpc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sz="1600"/>
              <a:t>Helps identify states with </a:t>
            </a:r>
            <a:r>
              <a:rPr lang="en-US" sz="1600" b="1"/>
              <a:t>higher or lower loan activity</a:t>
            </a:r>
            <a:r>
              <a:rPr lang="en-US" sz="1600"/>
              <a:t>.</a:t>
            </a:r>
          </a:p>
          <a:p>
            <a:pPr marL="285750" indent="-285750" defTabSz="914400">
              <a:lnSpc>
                <a:spcPct val="120000"/>
              </a:lnSpc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sz="1600"/>
              <a:t>Highlights </a:t>
            </a:r>
            <a:r>
              <a:rPr lang="en-US" sz="1600" b="1"/>
              <a:t>monthly trends</a:t>
            </a:r>
            <a:r>
              <a:rPr lang="en-US" sz="1600"/>
              <a:t> in loan status.</a:t>
            </a:r>
          </a:p>
          <a:p>
            <a:pPr marL="285750" indent="-285750" defTabSz="914400">
              <a:lnSpc>
                <a:spcPct val="120000"/>
              </a:lnSpc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sz="1600"/>
              <a:t>Allows comparison of loan performance across </a:t>
            </a:r>
            <a:r>
              <a:rPr lang="en-US" sz="1600" b="1"/>
              <a:t>states and months</a:t>
            </a:r>
            <a:r>
              <a:rPr lang="en-US" sz="1600"/>
              <a:t>.</a:t>
            </a:r>
          </a:p>
          <a:p>
            <a:pPr marL="285750" indent="-285750" defTabSz="914400">
              <a:lnSpc>
                <a:spcPct val="120000"/>
              </a:lnSpc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sz="1600"/>
              <a:t>Provides insights into </a:t>
            </a:r>
            <a:r>
              <a:rPr lang="en-US" sz="1600" b="1"/>
              <a:t>regional and time-based loan patterns</a:t>
            </a:r>
            <a:r>
              <a:rPr lang="en-US" sz="1600"/>
              <a:t>. </a:t>
            </a:r>
          </a:p>
          <a:p>
            <a:pPr defTabSz="914400">
              <a:lnSpc>
                <a:spcPct val="120000"/>
              </a:lnSpc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</a:pPr>
            <a:endParaRPr lang="en-US" sz="1400" b="1"/>
          </a:p>
        </p:txBody>
      </p:sp>
    </p:spTree>
    <p:extLst>
      <p:ext uri="{BB962C8B-B14F-4D97-AF65-F5344CB8AC3E}">
        <p14:creationId xmlns:p14="http://schemas.microsoft.com/office/powerpoint/2010/main" val="1228965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58FA14-4C49-939F-FD67-A84378ED1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DBBA26C-89C3-411F-9753-606A413F89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845" y="1578901"/>
            <a:ext cx="7020154" cy="356459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EAD2215-6311-4D1C-B6B5-F57CB6BFCB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2400" cy="51435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BA5DE79-30D1-4A10-8DB9-0A6E523A97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23130" cy="51435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ABD0D63-D23F-4AE7-8270-4185EF9C1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1531" y="0"/>
            <a:ext cx="34289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5B0B43F-2CE7-4C6C-BABC-EE342B3282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359" y="0"/>
            <a:ext cx="7779237" cy="51435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5459F07-63F9-48CF-B725-A873C4BC3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2996" y="0"/>
            <a:ext cx="20574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B83E1E-DAC1-4851-84FF-D6FE1649D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46207" y="480918"/>
            <a:ext cx="3117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8F3CF990-ACB8-443A-BB74-D36EC8A00B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601900C-265D-4146-A578-477541E3D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00B98862-BEE1-44FB-A335-A1B9106B4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845" y="1578901"/>
            <a:ext cx="7020154" cy="3564599"/>
          </a:xfrm>
          <a:prstGeom prst="rect">
            <a:avLst/>
          </a:prstGeom>
          <a:noFill/>
        </p:spPr>
      </p:pic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5F94F98-3A57-49AA-838E-91AAF600B6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758889" y="-1245726"/>
            <a:ext cx="4378672" cy="8391550"/>
          </a:xfrm>
          <a:custGeom>
            <a:avLst/>
            <a:gdLst>
              <a:gd name="connsiteX0" fmla="*/ 0 w 7821919"/>
              <a:gd name="connsiteY0" fmla="*/ 0 h 6858000"/>
              <a:gd name="connsiteX1" fmla="*/ 6983367 w 7821919"/>
              <a:gd name="connsiteY1" fmla="*/ 0 h 6858000"/>
              <a:gd name="connsiteX2" fmla="*/ 6982269 w 7821919"/>
              <a:gd name="connsiteY2" fmla="*/ 1331 h 6858000"/>
              <a:gd name="connsiteX3" fmla="*/ 6833782 w 7821919"/>
              <a:gd name="connsiteY3" fmla="*/ 487443 h 6858000"/>
              <a:gd name="connsiteX4" fmla="*/ 6851446 w 7821919"/>
              <a:gd name="connsiteY4" fmla="*/ 662666 h 6858000"/>
              <a:gd name="connsiteX5" fmla="*/ 6857532 w 7821919"/>
              <a:gd name="connsiteY5" fmla="*/ 686333 h 6858000"/>
              <a:gd name="connsiteX6" fmla="*/ 6806927 w 7821919"/>
              <a:gd name="connsiteY6" fmla="*/ 699345 h 6858000"/>
              <a:gd name="connsiteX7" fmla="*/ 5555365 w 7821919"/>
              <a:gd name="connsiteY7" fmla="*/ 2400515 h 6858000"/>
              <a:gd name="connsiteX8" fmla="*/ 7336617 w 7821919"/>
              <a:gd name="connsiteY8" fmla="*/ 4181767 h 6858000"/>
              <a:gd name="connsiteX9" fmla="*/ 7452815 w 7821919"/>
              <a:gd name="connsiteY9" fmla="*/ 4175900 h 6858000"/>
              <a:gd name="connsiteX10" fmla="*/ 7437456 w 7821919"/>
              <a:gd name="connsiteY10" fmla="*/ 4225378 h 6858000"/>
              <a:gd name="connsiteX11" fmla="*/ 7428275 w 7821919"/>
              <a:gd name="connsiteY11" fmla="*/ 4316448 h 6858000"/>
              <a:gd name="connsiteX12" fmla="*/ 7789089 w 7821919"/>
              <a:gd name="connsiteY12" fmla="*/ 4759152 h 6858000"/>
              <a:gd name="connsiteX13" fmla="*/ 7821919 w 7821919"/>
              <a:gd name="connsiteY13" fmla="*/ 4762461 h 6858000"/>
              <a:gd name="connsiteX14" fmla="*/ 7809638 w 7821919"/>
              <a:gd name="connsiteY14" fmla="*/ 4785088 h 6858000"/>
              <a:gd name="connsiteX15" fmla="*/ 7794661 w 7821919"/>
              <a:gd name="connsiteY15" fmla="*/ 4833335 h 6858000"/>
              <a:gd name="connsiteX16" fmla="*/ 7524776 w 7821919"/>
              <a:gd name="connsiteY16" fmla="*/ 4917113 h 6858000"/>
              <a:gd name="connsiteX17" fmla="*/ 6642110 w 7821919"/>
              <a:gd name="connsiteY17" fmla="*/ 6248746 h 6858000"/>
              <a:gd name="connsiteX18" fmla="*/ 6755682 w 7821919"/>
              <a:gd name="connsiteY18" fmla="*/ 6811285 h 6858000"/>
              <a:gd name="connsiteX19" fmla="*/ 6778185 w 7821919"/>
              <a:gd name="connsiteY19" fmla="*/ 6858000 h 6858000"/>
              <a:gd name="connsiteX20" fmla="*/ 0 w 7821919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821919" h="6858000">
                <a:moveTo>
                  <a:pt x="0" y="0"/>
                </a:moveTo>
                <a:lnTo>
                  <a:pt x="6983367" y="0"/>
                </a:lnTo>
                <a:lnTo>
                  <a:pt x="6982269" y="1331"/>
                </a:lnTo>
                <a:cubicBezTo>
                  <a:pt x="6888522" y="140095"/>
                  <a:pt x="6833782" y="307376"/>
                  <a:pt x="6833782" y="487443"/>
                </a:cubicBezTo>
                <a:cubicBezTo>
                  <a:pt x="6833782" y="547466"/>
                  <a:pt x="6839864" y="606067"/>
                  <a:pt x="6851446" y="662666"/>
                </a:cubicBezTo>
                <a:lnTo>
                  <a:pt x="6857532" y="686333"/>
                </a:lnTo>
                <a:lnTo>
                  <a:pt x="6806927" y="699345"/>
                </a:lnTo>
                <a:cubicBezTo>
                  <a:pt x="6081835" y="924872"/>
                  <a:pt x="5555365" y="1601212"/>
                  <a:pt x="5555365" y="2400515"/>
                </a:cubicBezTo>
                <a:cubicBezTo>
                  <a:pt x="5555365" y="3384273"/>
                  <a:pt x="6352859" y="4181767"/>
                  <a:pt x="7336617" y="4181767"/>
                </a:cubicBezTo>
                <a:lnTo>
                  <a:pt x="7452815" y="4175900"/>
                </a:lnTo>
                <a:lnTo>
                  <a:pt x="7437456" y="4225378"/>
                </a:lnTo>
                <a:cubicBezTo>
                  <a:pt x="7431436" y="4254794"/>
                  <a:pt x="7428275" y="4285252"/>
                  <a:pt x="7428275" y="4316448"/>
                </a:cubicBezTo>
                <a:cubicBezTo>
                  <a:pt x="7428275" y="4534821"/>
                  <a:pt x="7583172" y="4717015"/>
                  <a:pt x="7789089" y="4759152"/>
                </a:cubicBezTo>
                <a:lnTo>
                  <a:pt x="7821919" y="4762461"/>
                </a:lnTo>
                <a:lnTo>
                  <a:pt x="7809638" y="4785088"/>
                </a:lnTo>
                <a:lnTo>
                  <a:pt x="7794661" y="4833335"/>
                </a:lnTo>
                <a:lnTo>
                  <a:pt x="7524776" y="4917113"/>
                </a:lnTo>
                <a:cubicBezTo>
                  <a:pt x="7006070" y="5136507"/>
                  <a:pt x="6642110" y="5650122"/>
                  <a:pt x="6642110" y="6248746"/>
                </a:cubicBezTo>
                <a:cubicBezTo>
                  <a:pt x="6642110" y="6448287"/>
                  <a:pt x="6682550" y="6638383"/>
                  <a:pt x="6755682" y="6811285"/>
                </a:cubicBezTo>
                <a:lnTo>
                  <a:pt x="6778185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25000">
                <a:schemeClr val="accent1">
                  <a:alpha val="0"/>
                </a:schemeClr>
              </a:gs>
              <a:gs pos="100000">
                <a:schemeClr val="accent1">
                  <a:alpha val="7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185CF21-0594-48C0-9F3E-254D6BCE9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" y="0"/>
            <a:ext cx="9142400" cy="51435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41F8C064-2DC5-4758-B49C-76BFF64052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>
              <a:lumMod val="1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FBD68200-BC03-4015-860B-CD5C30CD7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5156" y="0"/>
            <a:ext cx="5906934" cy="5143500"/>
          </a:xfrm>
          <a:custGeom>
            <a:avLst/>
            <a:gdLst>
              <a:gd name="connsiteX0" fmla="*/ 0 w 7821919"/>
              <a:gd name="connsiteY0" fmla="*/ 0 h 6858000"/>
              <a:gd name="connsiteX1" fmla="*/ 6983367 w 7821919"/>
              <a:gd name="connsiteY1" fmla="*/ 0 h 6858000"/>
              <a:gd name="connsiteX2" fmla="*/ 6982269 w 7821919"/>
              <a:gd name="connsiteY2" fmla="*/ 1331 h 6858000"/>
              <a:gd name="connsiteX3" fmla="*/ 6833782 w 7821919"/>
              <a:gd name="connsiteY3" fmla="*/ 487443 h 6858000"/>
              <a:gd name="connsiteX4" fmla="*/ 6851446 w 7821919"/>
              <a:gd name="connsiteY4" fmla="*/ 662666 h 6858000"/>
              <a:gd name="connsiteX5" fmla="*/ 6857532 w 7821919"/>
              <a:gd name="connsiteY5" fmla="*/ 686333 h 6858000"/>
              <a:gd name="connsiteX6" fmla="*/ 6806927 w 7821919"/>
              <a:gd name="connsiteY6" fmla="*/ 699345 h 6858000"/>
              <a:gd name="connsiteX7" fmla="*/ 5555365 w 7821919"/>
              <a:gd name="connsiteY7" fmla="*/ 2400515 h 6858000"/>
              <a:gd name="connsiteX8" fmla="*/ 7336617 w 7821919"/>
              <a:gd name="connsiteY8" fmla="*/ 4181767 h 6858000"/>
              <a:gd name="connsiteX9" fmla="*/ 7452815 w 7821919"/>
              <a:gd name="connsiteY9" fmla="*/ 4175900 h 6858000"/>
              <a:gd name="connsiteX10" fmla="*/ 7437456 w 7821919"/>
              <a:gd name="connsiteY10" fmla="*/ 4225378 h 6858000"/>
              <a:gd name="connsiteX11" fmla="*/ 7428275 w 7821919"/>
              <a:gd name="connsiteY11" fmla="*/ 4316448 h 6858000"/>
              <a:gd name="connsiteX12" fmla="*/ 7789089 w 7821919"/>
              <a:gd name="connsiteY12" fmla="*/ 4759152 h 6858000"/>
              <a:gd name="connsiteX13" fmla="*/ 7821919 w 7821919"/>
              <a:gd name="connsiteY13" fmla="*/ 4762461 h 6858000"/>
              <a:gd name="connsiteX14" fmla="*/ 7809638 w 7821919"/>
              <a:gd name="connsiteY14" fmla="*/ 4785088 h 6858000"/>
              <a:gd name="connsiteX15" fmla="*/ 7794661 w 7821919"/>
              <a:gd name="connsiteY15" fmla="*/ 4833335 h 6858000"/>
              <a:gd name="connsiteX16" fmla="*/ 7524776 w 7821919"/>
              <a:gd name="connsiteY16" fmla="*/ 4917113 h 6858000"/>
              <a:gd name="connsiteX17" fmla="*/ 6642110 w 7821919"/>
              <a:gd name="connsiteY17" fmla="*/ 6248746 h 6858000"/>
              <a:gd name="connsiteX18" fmla="*/ 6755682 w 7821919"/>
              <a:gd name="connsiteY18" fmla="*/ 6811285 h 6858000"/>
              <a:gd name="connsiteX19" fmla="*/ 6778185 w 7821919"/>
              <a:gd name="connsiteY19" fmla="*/ 6858000 h 6858000"/>
              <a:gd name="connsiteX20" fmla="*/ 0 w 7821919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821919" h="6858000">
                <a:moveTo>
                  <a:pt x="0" y="0"/>
                </a:moveTo>
                <a:lnTo>
                  <a:pt x="6983367" y="0"/>
                </a:lnTo>
                <a:lnTo>
                  <a:pt x="6982269" y="1331"/>
                </a:lnTo>
                <a:cubicBezTo>
                  <a:pt x="6888522" y="140095"/>
                  <a:pt x="6833782" y="307376"/>
                  <a:pt x="6833782" y="487443"/>
                </a:cubicBezTo>
                <a:cubicBezTo>
                  <a:pt x="6833782" y="547466"/>
                  <a:pt x="6839864" y="606067"/>
                  <a:pt x="6851446" y="662666"/>
                </a:cubicBezTo>
                <a:lnTo>
                  <a:pt x="6857532" y="686333"/>
                </a:lnTo>
                <a:lnTo>
                  <a:pt x="6806927" y="699345"/>
                </a:lnTo>
                <a:cubicBezTo>
                  <a:pt x="6081835" y="924872"/>
                  <a:pt x="5555365" y="1601212"/>
                  <a:pt x="5555365" y="2400515"/>
                </a:cubicBezTo>
                <a:cubicBezTo>
                  <a:pt x="5555365" y="3384273"/>
                  <a:pt x="6352859" y="4181767"/>
                  <a:pt x="7336617" y="4181767"/>
                </a:cubicBezTo>
                <a:lnTo>
                  <a:pt x="7452815" y="4175900"/>
                </a:lnTo>
                <a:lnTo>
                  <a:pt x="7437456" y="4225378"/>
                </a:lnTo>
                <a:cubicBezTo>
                  <a:pt x="7431436" y="4254794"/>
                  <a:pt x="7428275" y="4285252"/>
                  <a:pt x="7428275" y="4316448"/>
                </a:cubicBezTo>
                <a:cubicBezTo>
                  <a:pt x="7428275" y="4534821"/>
                  <a:pt x="7583172" y="4717015"/>
                  <a:pt x="7789089" y="4759152"/>
                </a:cubicBezTo>
                <a:lnTo>
                  <a:pt x="7821919" y="4762461"/>
                </a:lnTo>
                <a:lnTo>
                  <a:pt x="7809638" y="4785088"/>
                </a:lnTo>
                <a:lnTo>
                  <a:pt x="7794661" y="4833335"/>
                </a:lnTo>
                <a:lnTo>
                  <a:pt x="7524776" y="4917113"/>
                </a:lnTo>
                <a:cubicBezTo>
                  <a:pt x="7006070" y="5136507"/>
                  <a:pt x="6642110" y="5650122"/>
                  <a:pt x="6642110" y="6248746"/>
                </a:cubicBezTo>
                <a:cubicBezTo>
                  <a:pt x="6642110" y="6448287"/>
                  <a:pt x="6682550" y="6638383"/>
                  <a:pt x="6755682" y="6811285"/>
                </a:cubicBezTo>
                <a:lnTo>
                  <a:pt x="6778185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15000">
                <a:schemeClr val="bg2">
                  <a:alpha val="0"/>
                </a:schemeClr>
              </a:gs>
              <a:gs pos="100000">
                <a:schemeClr val="bg2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0B5529D-5CAA-4BF2-B5C9-34705E7661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19931" cy="51435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332A6F87-AC28-4AA8-B8A6-AEBC67BD0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0675" y="316273"/>
            <a:ext cx="725361" cy="725361"/>
          </a:xfrm>
          <a:prstGeom prst="ellipse">
            <a:avLst/>
          </a:prstGeom>
          <a:gradFill>
            <a:gsLst>
              <a:gs pos="0">
                <a:schemeClr val="bg2">
                  <a:alpha val="0"/>
                </a:schemeClr>
              </a:gs>
              <a:gs pos="100000">
                <a:schemeClr val="accent1">
                  <a:alpha val="21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4B687329-B462-AE01-3CB3-B0C4FCF5BC67}"/>
              </a:ext>
            </a:extLst>
          </p:cNvPr>
          <p:cNvSpPr/>
          <p:nvPr/>
        </p:nvSpPr>
        <p:spPr>
          <a:xfrm>
            <a:off x="1040524" y="606042"/>
            <a:ext cx="7070703" cy="80792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500">
                <a:latin typeface="+mj-lt"/>
                <a:ea typeface="+mj-ea"/>
                <a:cs typeface="+mj-cs"/>
              </a:rPr>
              <a:t>KPI 5 - Home Ownership vs Last Payment Date</a:t>
            </a: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70BDFBC4-1B41-A951-3C0B-8DAF4F0DD771}"/>
              </a:ext>
            </a:extLst>
          </p:cNvPr>
          <p:cNvSpPr/>
          <p:nvPr/>
        </p:nvSpPr>
        <p:spPr>
          <a:xfrm>
            <a:off x="1241791" y="1512696"/>
            <a:ext cx="7180678" cy="299837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 defTabSz="914400">
              <a:lnSpc>
                <a:spcPct val="110000"/>
              </a:lnSpc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sz="1600"/>
              <a:t>Shows the </a:t>
            </a:r>
            <a:r>
              <a:rPr lang="en-US" sz="1600" b="1"/>
              <a:t>last payment date</a:t>
            </a:r>
            <a:r>
              <a:rPr lang="en-US" sz="1600"/>
              <a:t> for different home ownership categories.</a:t>
            </a:r>
          </a:p>
          <a:p>
            <a:pPr marL="285750" indent="-285750" defTabSz="914400">
              <a:lnSpc>
                <a:spcPct val="110000"/>
              </a:lnSpc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sz="1600"/>
              <a:t>Compares repayment activity among </a:t>
            </a:r>
            <a:r>
              <a:rPr lang="en-US" sz="1600" b="1"/>
              <a:t>home ownership types</a:t>
            </a:r>
          </a:p>
          <a:p>
            <a:pPr marL="285750" indent="-285750" defTabSz="914400">
              <a:lnSpc>
                <a:spcPct val="110000"/>
              </a:lnSpc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sz="1600"/>
              <a:t>Helps identify </a:t>
            </a:r>
            <a:r>
              <a:rPr lang="en-US" sz="1600" b="1"/>
              <a:t>payment patterns</a:t>
            </a:r>
            <a:r>
              <a:rPr lang="en-US" sz="1600"/>
              <a:t> across different ownership categories</a:t>
            </a:r>
          </a:p>
          <a:p>
            <a:pPr marL="285750" indent="-285750" defTabSz="914400">
              <a:lnSpc>
                <a:spcPct val="110000"/>
              </a:lnSpc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sz="1600"/>
              <a:t>Shows how repayment activity </a:t>
            </a:r>
            <a:r>
              <a:rPr lang="en-US" sz="1600" b="1"/>
              <a:t>changes over time</a:t>
            </a:r>
            <a:r>
              <a:rPr lang="en-US" sz="1600"/>
              <a:t>.</a:t>
            </a:r>
          </a:p>
          <a:p>
            <a:pPr marL="285750" indent="-285750" defTabSz="914400">
              <a:lnSpc>
                <a:spcPct val="110000"/>
              </a:lnSpc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sz="1600"/>
              <a:t>Helps understand the relationship between </a:t>
            </a:r>
            <a:r>
              <a:rPr lang="en-US" sz="1600" b="1"/>
              <a:t>home ownership and loan repayment</a:t>
            </a:r>
            <a:r>
              <a:rPr lang="en-US" sz="1600"/>
              <a:t>. </a:t>
            </a:r>
          </a:p>
          <a:p>
            <a:pPr marL="285750" indent="-285750" defTabSz="914400">
              <a:lnSpc>
                <a:spcPct val="110000"/>
              </a:lnSpc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sz="1600"/>
              <a:t>Provides insights into </a:t>
            </a:r>
            <a:r>
              <a:rPr lang="en-US" sz="1600" b="1"/>
              <a:t>customer repayment behavior.</a:t>
            </a:r>
          </a:p>
        </p:txBody>
      </p:sp>
    </p:spTree>
    <p:extLst>
      <p:ext uri="{BB962C8B-B14F-4D97-AF65-F5344CB8AC3E}">
        <p14:creationId xmlns:p14="http://schemas.microsoft.com/office/powerpoint/2010/main" val="33093413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324CE8-399D-A654-E675-18A33E9EF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FE32C3F-DD78-C0D7-32AC-5DFD08FFD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845" y="1578901"/>
            <a:ext cx="7020154" cy="356459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5539746-D3E2-7518-0279-2C387620AF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2400" cy="51435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6760E276-1EF5-4B47-B0A8-3F28A939B6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23130" cy="51435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9FE2020-F598-F106-7591-44039FF86D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1531" y="0"/>
            <a:ext cx="34289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37592FC-8FA4-72DF-D63F-215E13B782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359" y="0"/>
            <a:ext cx="7779237" cy="51435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482DE52-1689-2841-5ED1-268E13603E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2996" y="0"/>
            <a:ext cx="20574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7A987B5-F1CF-D280-CE30-78E540579E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46207" y="480918"/>
            <a:ext cx="3117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7B3B971A-88EB-AD03-59F9-D805CBB81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EA0C977-3F79-5C74-17FE-3F1A7C019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0B35014-1882-5543-432B-B1CC4A7460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845" y="1578901"/>
            <a:ext cx="7020154" cy="3564599"/>
          </a:xfrm>
          <a:prstGeom prst="rect">
            <a:avLst/>
          </a:prstGeom>
          <a:noFill/>
        </p:spPr>
      </p:pic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D16BA1D4-E327-CB15-6C25-A34AB067E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758889" y="-1245726"/>
            <a:ext cx="4378672" cy="8391550"/>
          </a:xfrm>
          <a:custGeom>
            <a:avLst/>
            <a:gdLst>
              <a:gd name="connsiteX0" fmla="*/ 0 w 7821919"/>
              <a:gd name="connsiteY0" fmla="*/ 0 h 6858000"/>
              <a:gd name="connsiteX1" fmla="*/ 6983367 w 7821919"/>
              <a:gd name="connsiteY1" fmla="*/ 0 h 6858000"/>
              <a:gd name="connsiteX2" fmla="*/ 6982269 w 7821919"/>
              <a:gd name="connsiteY2" fmla="*/ 1331 h 6858000"/>
              <a:gd name="connsiteX3" fmla="*/ 6833782 w 7821919"/>
              <a:gd name="connsiteY3" fmla="*/ 487443 h 6858000"/>
              <a:gd name="connsiteX4" fmla="*/ 6851446 w 7821919"/>
              <a:gd name="connsiteY4" fmla="*/ 662666 h 6858000"/>
              <a:gd name="connsiteX5" fmla="*/ 6857532 w 7821919"/>
              <a:gd name="connsiteY5" fmla="*/ 686333 h 6858000"/>
              <a:gd name="connsiteX6" fmla="*/ 6806927 w 7821919"/>
              <a:gd name="connsiteY6" fmla="*/ 699345 h 6858000"/>
              <a:gd name="connsiteX7" fmla="*/ 5555365 w 7821919"/>
              <a:gd name="connsiteY7" fmla="*/ 2400515 h 6858000"/>
              <a:gd name="connsiteX8" fmla="*/ 7336617 w 7821919"/>
              <a:gd name="connsiteY8" fmla="*/ 4181767 h 6858000"/>
              <a:gd name="connsiteX9" fmla="*/ 7452815 w 7821919"/>
              <a:gd name="connsiteY9" fmla="*/ 4175900 h 6858000"/>
              <a:gd name="connsiteX10" fmla="*/ 7437456 w 7821919"/>
              <a:gd name="connsiteY10" fmla="*/ 4225378 h 6858000"/>
              <a:gd name="connsiteX11" fmla="*/ 7428275 w 7821919"/>
              <a:gd name="connsiteY11" fmla="*/ 4316448 h 6858000"/>
              <a:gd name="connsiteX12" fmla="*/ 7789089 w 7821919"/>
              <a:gd name="connsiteY12" fmla="*/ 4759152 h 6858000"/>
              <a:gd name="connsiteX13" fmla="*/ 7821919 w 7821919"/>
              <a:gd name="connsiteY13" fmla="*/ 4762461 h 6858000"/>
              <a:gd name="connsiteX14" fmla="*/ 7809638 w 7821919"/>
              <a:gd name="connsiteY14" fmla="*/ 4785088 h 6858000"/>
              <a:gd name="connsiteX15" fmla="*/ 7794661 w 7821919"/>
              <a:gd name="connsiteY15" fmla="*/ 4833335 h 6858000"/>
              <a:gd name="connsiteX16" fmla="*/ 7524776 w 7821919"/>
              <a:gd name="connsiteY16" fmla="*/ 4917113 h 6858000"/>
              <a:gd name="connsiteX17" fmla="*/ 6642110 w 7821919"/>
              <a:gd name="connsiteY17" fmla="*/ 6248746 h 6858000"/>
              <a:gd name="connsiteX18" fmla="*/ 6755682 w 7821919"/>
              <a:gd name="connsiteY18" fmla="*/ 6811285 h 6858000"/>
              <a:gd name="connsiteX19" fmla="*/ 6778185 w 7821919"/>
              <a:gd name="connsiteY19" fmla="*/ 6858000 h 6858000"/>
              <a:gd name="connsiteX20" fmla="*/ 0 w 7821919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821919" h="6858000">
                <a:moveTo>
                  <a:pt x="0" y="0"/>
                </a:moveTo>
                <a:lnTo>
                  <a:pt x="6983367" y="0"/>
                </a:lnTo>
                <a:lnTo>
                  <a:pt x="6982269" y="1331"/>
                </a:lnTo>
                <a:cubicBezTo>
                  <a:pt x="6888522" y="140095"/>
                  <a:pt x="6833782" y="307376"/>
                  <a:pt x="6833782" y="487443"/>
                </a:cubicBezTo>
                <a:cubicBezTo>
                  <a:pt x="6833782" y="547466"/>
                  <a:pt x="6839864" y="606067"/>
                  <a:pt x="6851446" y="662666"/>
                </a:cubicBezTo>
                <a:lnTo>
                  <a:pt x="6857532" y="686333"/>
                </a:lnTo>
                <a:lnTo>
                  <a:pt x="6806927" y="699345"/>
                </a:lnTo>
                <a:cubicBezTo>
                  <a:pt x="6081835" y="924872"/>
                  <a:pt x="5555365" y="1601212"/>
                  <a:pt x="5555365" y="2400515"/>
                </a:cubicBezTo>
                <a:cubicBezTo>
                  <a:pt x="5555365" y="3384273"/>
                  <a:pt x="6352859" y="4181767"/>
                  <a:pt x="7336617" y="4181767"/>
                </a:cubicBezTo>
                <a:lnTo>
                  <a:pt x="7452815" y="4175900"/>
                </a:lnTo>
                <a:lnTo>
                  <a:pt x="7437456" y="4225378"/>
                </a:lnTo>
                <a:cubicBezTo>
                  <a:pt x="7431436" y="4254794"/>
                  <a:pt x="7428275" y="4285252"/>
                  <a:pt x="7428275" y="4316448"/>
                </a:cubicBezTo>
                <a:cubicBezTo>
                  <a:pt x="7428275" y="4534821"/>
                  <a:pt x="7583172" y="4717015"/>
                  <a:pt x="7789089" y="4759152"/>
                </a:cubicBezTo>
                <a:lnTo>
                  <a:pt x="7821919" y="4762461"/>
                </a:lnTo>
                <a:lnTo>
                  <a:pt x="7809638" y="4785088"/>
                </a:lnTo>
                <a:lnTo>
                  <a:pt x="7794661" y="4833335"/>
                </a:lnTo>
                <a:lnTo>
                  <a:pt x="7524776" y="4917113"/>
                </a:lnTo>
                <a:cubicBezTo>
                  <a:pt x="7006070" y="5136507"/>
                  <a:pt x="6642110" y="5650122"/>
                  <a:pt x="6642110" y="6248746"/>
                </a:cubicBezTo>
                <a:cubicBezTo>
                  <a:pt x="6642110" y="6448287"/>
                  <a:pt x="6682550" y="6638383"/>
                  <a:pt x="6755682" y="6811285"/>
                </a:cubicBezTo>
                <a:lnTo>
                  <a:pt x="6778185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25000">
                <a:schemeClr val="accent1">
                  <a:alpha val="0"/>
                </a:schemeClr>
              </a:gs>
              <a:gs pos="100000">
                <a:schemeClr val="accent1">
                  <a:alpha val="7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82D28F64-FC2F-B270-9374-A9A90F8076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" y="0"/>
            <a:ext cx="9142400" cy="51435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F10B2C1E-026F-87F1-4714-6CFE2F7E1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>
              <a:lumMod val="1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5C7A5BA6-3556-F587-4C5F-12F1547E8F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5156" y="0"/>
            <a:ext cx="5906934" cy="5143500"/>
          </a:xfrm>
          <a:custGeom>
            <a:avLst/>
            <a:gdLst>
              <a:gd name="connsiteX0" fmla="*/ 0 w 7821919"/>
              <a:gd name="connsiteY0" fmla="*/ 0 h 6858000"/>
              <a:gd name="connsiteX1" fmla="*/ 6983367 w 7821919"/>
              <a:gd name="connsiteY1" fmla="*/ 0 h 6858000"/>
              <a:gd name="connsiteX2" fmla="*/ 6982269 w 7821919"/>
              <a:gd name="connsiteY2" fmla="*/ 1331 h 6858000"/>
              <a:gd name="connsiteX3" fmla="*/ 6833782 w 7821919"/>
              <a:gd name="connsiteY3" fmla="*/ 487443 h 6858000"/>
              <a:gd name="connsiteX4" fmla="*/ 6851446 w 7821919"/>
              <a:gd name="connsiteY4" fmla="*/ 662666 h 6858000"/>
              <a:gd name="connsiteX5" fmla="*/ 6857532 w 7821919"/>
              <a:gd name="connsiteY5" fmla="*/ 686333 h 6858000"/>
              <a:gd name="connsiteX6" fmla="*/ 6806927 w 7821919"/>
              <a:gd name="connsiteY6" fmla="*/ 699345 h 6858000"/>
              <a:gd name="connsiteX7" fmla="*/ 5555365 w 7821919"/>
              <a:gd name="connsiteY7" fmla="*/ 2400515 h 6858000"/>
              <a:gd name="connsiteX8" fmla="*/ 7336617 w 7821919"/>
              <a:gd name="connsiteY8" fmla="*/ 4181767 h 6858000"/>
              <a:gd name="connsiteX9" fmla="*/ 7452815 w 7821919"/>
              <a:gd name="connsiteY9" fmla="*/ 4175900 h 6858000"/>
              <a:gd name="connsiteX10" fmla="*/ 7437456 w 7821919"/>
              <a:gd name="connsiteY10" fmla="*/ 4225378 h 6858000"/>
              <a:gd name="connsiteX11" fmla="*/ 7428275 w 7821919"/>
              <a:gd name="connsiteY11" fmla="*/ 4316448 h 6858000"/>
              <a:gd name="connsiteX12" fmla="*/ 7789089 w 7821919"/>
              <a:gd name="connsiteY12" fmla="*/ 4759152 h 6858000"/>
              <a:gd name="connsiteX13" fmla="*/ 7821919 w 7821919"/>
              <a:gd name="connsiteY13" fmla="*/ 4762461 h 6858000"/>
              <a:gd name="connsiteX14" fmla="*/ 7809638 w 7821919"/>
              <a:gd name="connsiteY14" fmla="*/ 4785088 h 6858000"/>
              <a:gd name="connsiteX15" fmla="*/ 7794661 w 7821919"/>
              <a:gd name="connsiteY15" fmla="*/ 4833335 h 6858000"/>
              <a:gd name="connsiteX16" fmla="*/ 7524776 w 7821919"/>
              <a:gd name="connsiteY16" fmla="*/ 4917113 h 6858000"/>
              <a:gd name="connsiteX17" fmla="*/ 6642110 w 7821919"/>
              <a:gd name="connsiteY17" fmla="*/ 6248746 h 6858000"/>
              <a:gd name="connsiteX18" fmla="*/ 6755682 w 7821919"/>
              <a:gd name="connsiteY18" fmla="*/ 6811285 h 6858000"/>
              <a:gd name="connsiteX19" fmla="*/ 6778185 w 7821919"/>
              <a:gd name="connsiteY19" fmla="*/ 6858000 h 6858000"/>
              <a:gd name="connsiteX20" fmla="*/ 0 w 7821919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821919" h="6858000">
                <a:moveTo>
                  <a:pt x="0" y="0"/>
                </a:moveTo>
                <a:lnTo>
                  <a:pt x="6983367" y="0"/>
                </a:lnTo>
                <a:lnTo>
                  <a:pt x="6982269" y="1331"/>
                </a:lnTo>
                <a:cubicBezTo>
                  <a:pt x="6888522" y="140095"/>
                  <a:pt x="6833782" y="307376"/>
                  <a:pt x="6833782" y="487443"/>
                </a:cubicBezTo>
                <a:cubicBezTo>
                  <a:pt x="6833782" y="547466"/>
                  <a:pt x="6839864" y="606067"/>
                  <a:pt x="6851446" y="662666"/>
                </a:cubicBezTo>
                <a:lnTo>
                  <a:pt x="6857532" y="686333"/>
                </a:lnTo>
                <a:lnTo>
                  <a:pt x="6806927" y="699345"/>
                </a:lnTo>
                <a:cubicBezTo>
                  <a:pt x="6081835" y="924872"/>
                  <a:pt x="5555365" y="1601212"/>
                  <a:pt x="5555365" y="2400515"/>
                </a:cubicBezTo>
                <a:cubicBezTo>
                  <a:pt x="5555365" y="3384273"/>
                  <a:pt x="6352859" y="4181767"/>
                  <a:pt x="7336617" y="4181767"/>
                </a:cubicBezTo>
                <a:lnTo>
                  <a:pt x="7452815" y="4175900"/>
                </a:lnTo>
                <a:lnTo>
                  <a:pt x="7437456" y="4225378"/>
                </a:lnTo>
                <a:cubicBezTo>
                  <a:pt x="7431436" y="4254794"/>
                  <a:pt x="7428275" y="4285252"/>
                  <a:pt x="7428275" y="4316448"/>
                </a:cubicBezTo>
                <a:cubicBezTo>
                  <a:pt x="7428275" y="4534821"/>
                  <a:pt x="7583172" y="4717015"/>
                  <a:pt x="7789089" y="4759152"/>
                </a:cubicBezTo>
                <a:lnTo>
                  <a:pt x="7821919" y="4762461"/>
                </a:lnTo>
                <a:lnTo>
                  <a:pt x="7809638" y="4785088"/>
                </a:lnTo>
                <a:lnTo>
                  <a:pt x="7794661" y="4833335"/>
                </a:lnTo>
                <a:lnTo>
                  <a:pt x="7524776" y="4917113"/>
                </a:lnTo>
                <a:cubicBezTo>
                  <a:pt x="7006070" y="5136507"/>
                  <a:pt x="6642110" y="5650122"/>
                  <a:pt x="6642110" y="6248746"/>
                </a:cubicBezTo>
                <a:cubicBezTo>
                  <a:pt x="6642110" y="6448287"/>
                  <a:pt x="6682550" y="6638383"/>
                  <a:pt x="6755682" y="6811285"/>
                </a:cubicBezTo>
                <a:lnTo>
                  <a:pt x="6778185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15000">
                <a:schemeClr val="bg2">
                  <a:alpha val="0"/>
                </a:schemeClr>
              </a:gs>
              <a:gs pos="100000">
                <a:schemeClr val="bg2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90567E9-32A9-D8EC-9DED-D2CCCBF53C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19931" cy="51435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ECE02C58-E2BF-8F82-DEA0-CF31750E3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0675" y="316273"/>
            <a:ext cx="725361" cy="725361"/>
          </a:xfrm>
          <a:prstGeom prst="ellipse">
            <a:avLst/>
          </a:prstGeom>
          <a:gradFill>
            <a:gsLst>
              <a:gs pos="0">
                <a:schemeClr val="bg2">
                  <a:alpha val="0"/>
                </a:schemeClr>
              </a:gs>
              <a:gs pos="100000">
                <a:schemeClr val="accent1">
                  <a:alpha val="21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7778B48E-FFA9-FA2B-7D09-B20F9B843483}"/>
              </a:ext>
            </a:extLst>
          </p:cNvPr>
          <p:cNvSpPr/>
          <p:nvPr/>
        </p:nvSpPr>
        <p:spPr>
          <a:xfrm>
            <a:off x="3077708" y="516419"/>
            <a:ext cx="2986984" cy="43559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>
                <a:latin typeface="+mj-lt"/>
                <a:ea typeface="+mj-ea"/>
                <a:cs typeface="+mj-cs"/>
              </a:rPr>
              <a:t>Excel Dashboard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D1F8F2-264E-D4F9-97D9-ADA116FDDB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49" y="1285928"/>
            <a:ext cx="4587627" cy="282230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8977C32-4710-A805-5034-D3C38C738091}"/>
              </a:ext>
            </a:extLst>
          </p:cNvPr>
          <p:cNvSpPr txBox="1"/>
          <p:nvPr/>
        </p:nvSpPr>
        <p:spPr>
          <a:xfrm>
            <a:off x="4642977" y="1196739"/>
            <a:ext cx="4568987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/>
              <a:t>Created an </a:t>
            </a:r>
            <a:r>
              <a:rPr lang="en-IN" sz="1600" b="1"/>
              <a:t>interactive Bank Analytics Dashboard</a:t>
            </a:r>
            <a:r>
              <a:rPr lang="en-IN" sz="1600"/>
              <a:t> using Excel.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/>
              <a:t>Displayed key </a:t>
            </a:r>
            <a:r>
              <a:rPr lang="en-IN" sz="1600" b="1"/>
              <a:t>loan and customer KPIs</a:t>
            </a:r>
            <a:r>
              <a:rPr lang="en-IN" sz="160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/>
              <a:t>Analyzed </a:t>
            </a:r>
            <a:r>
              <a:rPr lang="en-IN" sz="1600" b="1"/>
              <a:t>loan amount, payment, and revolving balance trends</a:t>
            </a:r>
            <a:r>
              <a:rPr lang="en-IN" sz="160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/>
              <a:t>Compared </a:t>
            </a:r>
            <a:r>
              <a:rPr lang="en-IN" sz="1600" b="1"/>
              <a:t>verified and not verified payments</a:t>
            </a:r>
            <a:r>
              <a:rPr lang="en-IN" sz="160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/>
              <a:t>Analyzed </a:t>
            </a:r>
            <a:r>
              <a:rPr lang="en-IN" sz="1600" b="1"/>
              <a:t>state-wise and home ownership trends</a:t>
            </a:r>
            <a:r>
              <a:rPr lang="en-IN" sz="160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/>
              <a:t>Added </a:t>
            </a:r>
            <a:r>
              <a:rPr lang="en-IN" sz="1600" b="1"/>
              <a:t>Year, Home Ownership, and Grade filters</a:t>
            </a:r>
            <a:r>
              <a:rPr lang="en-IN" sz="160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/>
              <a:t>Used </a:t>
            </a:r>
            <a:r>
              <a:rPr lang="en-IN" sz="1600" b="1"/>
              <a:t>PivotTables and PivotCharts</a:t>
            </a:r>
            <a:r>
              <a:rPr lang="en-IN" sz="1600"/>
              <a:t> for visualization.</a:t>
            </a:r>
          </a:p>
        </p:txBody>
      </p:sp>
    </p:spTree>
    <p:extLst>
      <p:ext uri="{BB962C8B-B14F-4D97-AF65-F5344CB8AC3E}">
        <p14:creationId xmlns:p14="http://schemas.microsoft.com/office/powerpoint/2010/main" val="35600655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171A50-C6EE-D5D1-9F89-95BEA64F6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B03F87D-87FD-D7B9-7B6B-33A7FF0A5F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845" y="1578901"/>
            <a:ext cx="7020154" cy="356459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B0F1BA1-7737-86AC-2A23-99791C48A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2400" cy="51435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B8DDEFF1-44A0-3E47-7536-DF6F0E1708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23130" cy="51435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1934776-908C-6112-1478-D847CFB0F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1531" y="0"/>
            <a:ext cx="34289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C8A5068-96D7-53B5-70F6-C48787713D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359" y="0"/>
            <a:ext cx="7779237" cy="51435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60EC98C-BB07-7DAA-3D67-E3BE6D558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2996" y="0"/>
            <a:ext cx="20574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492CFA3-9DAD-5CC9-C2C0-3FF2ED967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46207" y="480918"/>
            <a:ext cx="3117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433EC924-AA36-EA15-E762-D7CF62009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A7E8D1F-655C-BE9D-00E6-99F17BC370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5B74B62D-C9B1-52B0-5881-C58AC65F38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845" y="1578901"/>
            <a:ext cx="7020154" cy="3564599"/>
          </a:xfrm>
          <a:prstGeom prst="rect">
            <a:avLst/>
          </a:prstGeom>
          <a:noFill/>
        </p:spPr>
      </p:pic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931744FB-12B2-32FC-410B-7F4C130A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758889" y="-1245726"/>
            <a:ext cx="4378672" cy="8391550"/>
          </a:xfrm>
          <a:custGeom>
            <a:avLst/>
            <a:gdLst>
              <a:gd name="connsiteX0" fmla="*/ 0 w 7821919"/>
              <a:gd name="connsiteY0" fmla="*/ 0 h 6858000"/>
              <a:gd name="connsiteX1" fmla="*/ 6983367 w 7821919"/>
              <a:gd name="connsiteY1" fmla="*/ 0 h 6858000"/>
              <a:gd name="connsiteX2" fmla="*/ 6982269 w 7821919"/>
              <a:gd name="connsiteY2" fmla="*/ 1331 h 6858000"/>
              <a:gd name="connsiteX3" fmla="*/ 6833782 w 7821919"/>
              <a:gd name="connsiteY3" fmla="*/ 487443 h 6858000"/>
              <a:gd name="connsiteX4" fmla="*/ 6851446 w 7821919"/>
              <a:gd name="connsiteY4" fmla="*/ 662666 h 6858000"/>
              <a:gd name="connsiteX5" fmla="*/ 6857532 w 7821919"/>
              <a:gd name="connsiteY5" fmla="*/ 686333 h 6858000"/>
              <a:gd name="connsiteX6" fmla="*/ 6806927 w 7821919"/>
              <a:gd name="connsiteY6" fmla="*/ 699345 h 6858000"/>
              <a:gd name="connsiteX7" fmla="*/ 5555365 w 7821919"/>
              <a:gd name="connsiteY7" fmla="*/ 2400515 h 6858000"/>
              <a:gd name="connsiteX8" fmla="*/ 7336617 w 7821919"/>
              <a:gd name="connsiteY8" fmla="*/ 4181767 h 6858000"/>
              <a:gd name="connsiteX9" fmla="*/ 7452815 w 7821919"/>
              <a:gd name="connsiteY9" fmla="*/ 4175900 h 6858000"/>
              <a:gd name="connsiteX10" fmla="*/ 7437456 w 7821919"/>
              <a:gd name="connsiteY10" fmla="*/ 4225378 h 6858000"/>
              <a:gd name="connsiteX11" fmla="*/ 7428275 w 7821919"/>
              <a:gd name="connsiteY11" fmla="*/ 4316448 h 6858000"/>
              <a:gd name="connsiteX12" fmla="*/ 7789089 w 7821919"/>
              <a:gd name="connsiteY12" fmla="*/ 4759152 h 6858000"/>
              <a:gd name="connsiteX13" fmla="*/ 7821919 w 7821919"/>
              <a:gd name="connsiteY13" fmla="*/ 4762461 h 6858000"/>
              <a:gd name="connsiteX14" fmla="*/ 7809638 w 7821919"/>
              <a:gd name="connsiteY14" fmla="*/ 4785088 h 6858000"/>
              <a:gd name="connsiteX15" fmla="*/ 7794661 w 7821919"/>
              <a:gd name="connsiteY15" fmla="*/ 4833335 h 6858000"/>
              <a:gd name="connsiteX16" fmla="*/ 7524776 w 7821919"/>
              <a:gd name="connsiteY16" fmla="*/ 4917113 h 6858000"/>
              <a:gd name="connsiteX17" fmla="*/ 6642110 w 7821919"/>
              <a:gd name="connsiteY17" fmla="*/ 6248746 h 6858000"/>
              <a:gd name="connsiteX18" fmla="*/ 6755682 w 7821919"/>
              <a:gd name="connsiteY18" fmla="*/ 6811285 h 6858000"/>
              <a:gd name="connsiteX19" fmla="*/ 6778185 w 7821919"/>
              <a:gd name="connsiteY19" fmla="*/ 6858000 h 6858000"/>
              <a:gd name="connsiteX20" fmla="*/ 0 w 7821919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821919" h="6858000">
                <a:moveTo>
                  <a:pt x="0" y="0"/>
                </a:moveTo>
                <a:lnTo>
                  <a:pt x="6983367" y="0"/>
                </a:lnTo>
                <a:lnTo>
                  <a:pt x="6982269" y="1331"/>
                </a:lnTo>
                <a:cubicBezTo>
                  <a:pt x="6888522" y="140095"/>
                  <a:pt x="6833782" y="307376"/>
                  <a:pt x="6833782" y="487443"/>
                </a:cubicBezTo>
                <a:cubicBezTo>
                  <a:pt x="6833782" y="547466"/>
                  <a:pt x="6839864" y="606067"/>
                  <a:pt x="6851446" y="662666"/>
                </a:cubicBezTo>
                <a:lnTo>
                  <a:pt x="6857532" y="686333"/>
                </a:lnTo>
                <a:lnTo>
                  <a:pt x="6806927" y="699345"/>
                </a:lnTo>
                <a:cubicBezTo>
                  <a:pt x="6081835" y="924872"/>
                  <a:pt x="5555365" y="1601212"/>
                  <a:pt x="5555365" y="2400515"/>
                </a:cubicBezTo>
                <a:cubicBezTo>
                  <a:pt x="5555365" y="3384273"/>
                  <a:pt x="6352859" y="4181767"/>
                  <a:pt x="7336617" y="4181767"/>
                </a:cubicBezTo>
                <a:lnTo>
                  <a:pt x="7452815" y="4175900"/>
                </a:lnTo>
                <a:lnTo>
                  <a:pt x="7437456" y="4225378"/>
                </a:lnTo>
                <a:cubicBezTo>
                  <a:pt x="7431436" y="4254794"/>
                  <a:pt x="7428275" y="4285252"/>
                  <a:pt x="7428275" y="4316448"/>
                </a:cubicBezTo>
                <a:cubicBezTo>
                  <a:pt x="7428275" y="4534821"/>
                  <a:pt x="7583172" y="4717015"/>
                  <a:pt x="7789089" y="4759152"/>
                </a:cubicBezTo>
                <a:lnTo>
                  <a:pt x="7821919" y="4762461"/>
                </a:lnTo>
                <a:lnTo>
                  <a:pt x="7809638" y="4785088"/>
                </a:lnTo>
                <a:lnTo>
                  <a:pt x="7794661" y="4833335"/>
                </a:lnTo>
                <a:lnTo>
                  <a:pt x="7524776" y="4917113"/>
                </a:lnTo>
                <a:cubicBezTo>
                  <a:pt x="7006070" y="5136507"/>
                  <a:pt x="6642110" y="5650122"/>
                  <a:pt x="6642110" y="6248746"/>
                </a:cubicBezTo>
                <a:cubicBezTo>
                  <a:pt x="6642110" y="6448287"/>
                  <a:pt x="6682550" y="6638383"/>
                  <a:pt x="6755682" y="6811285"/>
                </a:cubicBezTo>
                <a:lnTo>
                  <a:pt x="6778185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25000">
                <a:schemeClr val="accent1">
                  <a:alpha val="0"/>
                </a:schemeClr>
              </a:gs>
              <a:gs pos="100000">
                <a:schemeClr val="accent1">
                  <a:alpha val="7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3F9D772D-F8A3-1A19-1CEC-B1C6355B7A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" y="0"/>
            <a:ext cx="9142400" cy="51435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4294F041-1D98-1DCF-04B2-0684AF56D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>
              <a:lumMod val="1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3AF7422D-C898-7810-A563-8EE550AF9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5156" y="0"/>
            <a:ext cx="5906934" cy="5143500"/>
          </a:xfrm>
          <a:custGeom>
            <a:avLst/>
            <a:gdLst>
              <a:gd name="connsiteX0" fmla="*/ 0 w 7821919"/>
              <a:gd name="connsiteY0" fmla="*/ 0 h 6858000"/>
              <a:gd name="connsiteX1" fmla="*/ 6983367 w 7821919"/>
              <a:gd name="connsiteY1" fmla="*/ 0 h 6858000"/>
              <a:gd name="connsiteX2" fmla="*/ 6982269 w 7821919"/>
              <a:gd name="connsiteY2" fmla="*/ 1331 h 6858000"/>
              <a:gd name="connsiteX3" fmla="*/ 6833782 w 7821919"/>
              <a:gd name="connsiteY3" fmla="*/ 487443 h 6858000"/>
              <a:gd name="connsiteX4" fmla="*/ 6851446 w 7821919"/>
              <a:gd name="connsiteY4" fmla="*/ 662666 h 6858000"/>
              <a:gd name="connsiteX5" fmla="*/ 6857532 w 7821919"/>
              <a:gd name="connsiteY5" fmla="*/ 686333 h 6858000"/>
              <a:gd name="connsiteX6" fmla="*/ 6806927 w 7821919"/>
              <a:gd name="connsiteY6" fmla="*/ 699345 h 6858000"/>
              <a:gd name="connsiteX7" fmla="*/ 5555365 w 7821919"/>
              <a:gd name="connsiteY7" fmla="*/ 2400515 h 6858000"/>
              <a:gd name="connsiteX8" fmla="*/ 7336617 w 7821919"/>
              <a:gd name="connsiteY8" fmla="*/ 4181767 h 6858000"/>
              <a:gd name="connsiteX9" fmla="*/ 7452815 w 7821919"/>
              <a:gd name="connsiteY9" fmla="*/ 4175900 h 6858000"/>
              <a:gd name="connsiteX10" fmla="*/ 7437456 w 7821919"/>
              <a:gd name="connsiteY10" fmla="*/ 4225378 h 6858000"/>
              <a:gd name="connsiteX11" fmla="*/ 7428275 w 7821919"/>
              <a:gd name="connsiteY11" fmla="*/ 4316448 h 6858000"/>
              <a:gd name="connsiteX12" fmla="*/ 7789089 w 7821919"/>
              <a:gd name="connsiteY12" fmla="*/ 4759152 h 6858000"/>
              <a:gd name="connsiteX13" fmla="*/ 7821919 w 7821919"/>
              <a:gd name="connsiteY13" fmla="*/ 4762461 h 6858000"/>
              <a:gd name="connsiteX14" fmla="*/ 7809638 w 7821919"/>
              <a:gd name="connsiteY14" fmla="*/ 4785088 h 6858000"/>
              <a:gd name="connsiteX15" fmla="*/ 7794661 w 7821919"/>
              <a:gd name="connsiteY15" fmla="*/ 4833335 h 6858000"/>
              <a:gd name="connsiteX16" fmla="*/ 7524776 w 7821919"/>
              <a:gd name="connsiteY16" fmla="*/ 4917113 h 6858000"/>
              <a:gd name="connsiteX17" fmla="*/ 6642110 w 7821919"/>
              <a:gd name="connsiteY17" fmla="*/ 6248746 h 6858000"/>
              <a:gd name="connsiteX18" fmla="*/ 6755682 w 7821919"/>
              <a:gd name="connsiteY18" fmla="*/ 6811285 h 6858000"/>
              <a:gd name="connsiteX19" fmla="*/ 6778185 w 7821919"/>
              <a:gd name="connsiteY19" fmla="*/ 6858000 h 6858000"/>
              <a:gd name="connsiteX20" fmla="*/ 0 w 7821919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821919" h="6858000">
                <a:moveTo>
                  <a:pt x="0" y="0"/>
                </a:moveTo>
                <a:lnTo>
                  <a:pt x="6983367" y="0"/>
                </a:lnTo>
                <a:lnTo>
                  <a:pt x="6982269" y="1331"/>
                </a:lnTo>
                <a:cubicBezTo>
                  <a:pt x="6888522" y="140095"/>
                  <a:pt x="6833782" y="307376"/>
                  <a:pt x="6833782" y="487443"/>
                </a:cubicBezTo>
                <a:cubicBezTo>
                  <a:pt x="6833782" y="547466"/>
                  <a:pt x="6839864" y="606067"/>
                  <a:pt x="6851446" y="662666"/>
                </a:cubicBezTo>
                <a:lnTo>
                  <a:pt x="6857532" y="686333"/>
                </a:lnTo>
                <a:lnTo>
                  <a:pt x="6806927" y="699345"/>
                </a:lnTo>
                <a:cubicBezTo>
                  <a:pt x="6081835" y="924872"/>
                  <a:pt x="5555365" y="1601212"/>
                  <a:pt x="5555365" y="2400515"/>
                </a:cubicBezTo>
                <a:cubicBezTo>
                  <a:pt x="5555365" y="3384273"/>
                  <a:pt x="6352859" y="4181767"/>
                  <a:pt x="7336617" y="4181767"/>
                </a:cubicBezTo>
                <a:lnTo>
                  <a:pt x="7452815" y="4175900"/>
                </a:lnTo>
                <a:lnTo>
                  <a:pt x="7437456" y="4225378"/>
                </a:lnTo>
                <a:cubicBezTo>
                  <a:pt x="7431436" y="4254794"/>
                  <a:pt x="7428275" y="4285252"/>
                  <a:pt x="7428275" y="4316448"/>
                </a:cubicBezTo>
                <a:cubicBezTo>
                  <a:pt x="7428275" y="4534821"/>
                  <a:pt x="7583172" y="4717015"/>
                  <a:pt x="7789089" y="4759152"/>
                </a:cubicBezTo>
                <a:lnTo>
                  <a:pt x="7821919" y="4762461"/>
                </a:lnTo>
                <a:lnTo>
                  <a:pt x="7809638" y="4785088"/>
                </a:lnTo>
                <a:lnTo>
                  <a:pt x="7794661" y="4833335"/>
                </a:lnTo>
                <a:lnTo>
                  <a:pt x="7524776" y="4917113"/>
                </a:lnTo>
                <a:cubicBezTo>
                  <a:pt x="7006070" y="5136507"/>
                  <a:pt x="6642110" y="5650122"/>
                  <a:pt x="6642110" y="6248746"/>
                </a:cubicBezTo>
                <a:cubicBezTo>
                  <a:pt x="6642110" y="6448287"/>
                  <a:pt x="6682550" y="6638383"/>
                  <a:pt x="6755682" y="6811285"/>
                </a:cubicBezTo>
                <a:lnTo>
                  <a:pt x="6778185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15000">
                <a:schemeClr val="bg2">
                  <a:alpha val="0"/>
                </a:schemeClr>
              </a:gs>
              <a:gs pos="100000">
                <a:schemeClr val="bg2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83053C7-23A4-BB63-2C91-463B42092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19931" cy="51435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AB2342F4-D862-795A-6E96-E5684464A5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0675" y="316273"/>
            <a:ext cx="725361" cy="725361"/>
          </a:xfrm>
          <a:prstGeom prst="ellipse">
            <a:avLst/>
          </a:prstGeom>
          <a:gradFill>
            <a:gsLst>
              <a:gs pos="0">
                <a:schemeClr val="bg2">
                  <a:alpha val="0"/>
                </a:schemeClr>
              </a:gs>
              <a:gs pos="100000">
                <a:schemeClr val="accent1">
                  <a:alpha val="21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F651B8C1-2063-B917-EFF5-2C6B3899DC25}"/>
              </a:ext>
            </a:extLst>
          </p:cNvPr>
          <p:cNvSpPr/>
          <p:nvPr/>
        </p:nvSpPr>
        <p:spPr>
          <a:xfrm>
            <a:off x="2813064" y="508559"/>
            <a:ext cx="3516271" cy="43559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>
                <a:latin typeface="+mj-lt"/>
                <a:ea typeface="+mj-ea"/>
                <a:cs typeface="+mj-cs"/>
              </a:rPr>
              <a:t>PowerBI Dashboard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38EDA2-3126-8547-74D6-B1B3D06768C4}"/>
              </a:ext>
            </a:extLst>
          </p:cNvPr>
          <p:cNvSpPr txBox="1"/>
          <p:nvPr/>
        </p:nvSpPr>
        <p:spPr>
          <a:xfrm>
            <a:off x="4687614" y="1196739"/>
            <a:ext cx="448410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/>
              <a:t>Built a </a:t>
            </a:r>
            <a:r>
              <a:rPr lang="en-IN" sz="1600" b="1"/>
              <a:t>dynamic Bank Loan Analysis dashboard</a:t>
            </a:r>
            <a:r>
              <a:rPr lang="en-IN" sz="1600"/>
              <a:t> using Power BI.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/>
              <a:t>Used </a:t>
            </a:r>
            <a:r>
              <a:rPr lang="en-IN" sz="1600" b="1"/>
              <a:t>DAX measures</a:t>
            </a:r>
            <a:r>
              <a:rPr lang="en-IN" sz="1600"/>
              <a:t> to calculate important KPIs.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/>
              <a:t>Created interactive visuals for </a:t>
            </a:r>
            <a:r>
              <a:rPr lang="en-IN" sz="1600" b="1"/>
              <a:t>loan trends and customer segments</a:t>
            </a:r>
            <a:r>
              <a:rPr lang="en-IN" sz="160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/>
              <a:t>Used </a:t>
            </a:r>
            <a:r>
              <a:rPr lang="en-IN" sz="1600" b="1"/>
              <a:t>drill-down and filtering</a:t>
            </a:r>
            <a:r>
              <a:rPr lang="en-IN" sz="1600"/>
              <a:t> to explore the data in detail.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/>
              <a:t>Added </a:t>
            </a:r>
            <a:r>
              <a:rPr lang="en-IN" sz="1600" b="1"/>
              <a:t>slicers</a:t>
            </a:r>
            <a:r>
              <a:rPr lang="en-IN" sz="1600"/>
              <a:t> for Year, Home Ownership, and Grade.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/>
              <a:t>Used </a:t>
            </a:r>
            <a:r>
              <a:rPr lang="en-IN" sz="1600" b="1"/>
              <a:t>interactive charts and cards</a:t>
            </a:r>
            <a:r>
              <a:rPr lang="en-IN" sz="1600"/>
              <a:t> to present insights clearly.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/>
              <a:t>Designed the dashboard for </a:t>
            </a:r>
            <a:r>
              <a:rPr lang="en-IN" sz="1600" b="1"/>
              <a:t>quick business decision-making</a:t>
            </a:r>
            <a:r>
              <a:rPr lang="en-IN" sz="1600"/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10A9CD-FB22-DA08-0425-E583BDE1EB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20" y="1334173"/>
            <a:ext cx="4623594" cy="3143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1072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A9D80D-33D5-7678-AE0B-84AAB9AAD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FA6C716-D22C-D785-ECD0-2F79EF1B81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845" y="1578901"/>
            <a:ext cx="7020154" cy="356459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9638336-731F-6827-CB63-0223AABEF0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2400" cy="51435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0D8D145-9340-7632-05FE-C69BD70AF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23130" cy="51435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BE8E56C-ED56-89EB-DF01-F49981C48E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1531" y="0"/>
            <a:ext cx="34289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151CDF6-3B86-2A62-2849-8A2C3B40B8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359" y="0"/>
            <a:ext cx="7779237" cy="51435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4891915-64A2-9A3B-9ABD-11C645DC5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2996" y="0"/>
            <a:ext cx="20574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C6EF325-A576-D0F0-0192-A19C045AA7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46207" y="480918"/>
            <a:ext cx="3117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88C2E706-8220-D81B-00F8-182BFB87C9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BB8F186-2915-F65B-B312-D8214FA765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7C6D50FE-A9F9-FC06-F162-4B5EE0A7E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845" y="1578901"/>
            <a:ext cx="7020154" cy="3564599"/>
          </a:xfrm>
          <a:prstGeom prst="rect">
            <a:avLst/>
          </a:prstGeom>
          <a:noFill/>
        </p:spPr>
      </p:pic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A1918DAF-5A6E-F4DB-EC58-37D8959479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758889" y="-1245726"/>
            <a:ext cx="4378672" cy="8391550"/>
          </a:xfrm>
          <a:custGeom>
            <a:avLst/>
            <a:gdLst>
              <a:gd name="connsiteX0" fmla="*/ 0 w 7821919"/>
              <a:gd name="connsiteY0" fmla="*/ 0 h 6858000"/>
              <a:gd name="connsiteX1" fmla="*/ 6983367 w 7821919"/>
              <a:gd name="connsiteY1" fmla="*/ 0 h 6858000"/>
              <a:gd name="connsiteX2" fmla="*/ 6982269 w 7821919"/>
              <a:gd name="connsiteY2" fmla="*/ 1331 h 6858000"/>
              <a:gd name="connsiteX3" fmla="*/ 6833782 w 7821919"/>
              <a:gd name="connsiteY3" fmla="*/ 487443 h 6858000"/>
              <a:gd name="connsiteX4" fmla="*/ 6851446 w 7821919"/>
              <a:gd name="connsiteY4" fmla="*/ 662666 h 6858000"/>
              <a:gd name="connsiteX5" fmla="*/ 6857532 w 7821919"/>
              <a:gd name="connsiteY5" fmla="*/ 686333 h 6858000"/>
              <a:gd name="connsiteX6" fmla="*/ 6806927 w 7821919"/>
              <a:gd name="connsiteY6" fmla="*/ 699345 h 6858000"/>
              <a:gd name="connsiteX7" fmla="*/ 5555365 w 7821919"/>
              <a:gd name="connsiteY7" fmla="*/ 2400515 h 6858000"/>
              <a:gd name="connsiteX8" fmla="*/ 7336617 w 7821919"/>
              <a:gd name="connsiteY8" fmla="*/ 4181767 h 6858000"/>
              <a:gd name="connsiteX9" fmla="*/ 7452815 w 7821919"/>
              <a:gd name="connsiteY9" fmla="*/ 4175900 h 6858000"/>
              <a:gd name="connsiteX10" fmla="*/ 7437456 w 7821919"/>
              <a:gd name="connsiteY10" fmla="*/ 4225378 h 6858000"/>
              <a:gd name="connsiteX11" fmla="*/ 7428275 w 7821919"/>
              <a:gd name="connsiteY11" fmla="*/ 4316448 h 6858000"/>
              <a:gd name="connsiteX12" fmla="*/ 7789089 w 7821919"/>
              <a:gd name="connsiteY12" fmla="*/ 4759152 h 6858000"/>
              <a:gd name="connsiteX13" fmla="*/ 7821919 w 7821919"/>
              <a:gd name="connsiteY13" fmla="*/ 4762461 h 6858000"/>
              <a:gd name="connsiteX14" fmla="*/ 7809638 w 7821919"/>
              <a:gd name="connsiteY14" fmla="*/ 4785088 h 6858000"/>
              <a:gd name="connsiteX15" fmla="*/ 7794661 w 7821919"/>
              <a:gd name="connsiteY15" fmla="*/ 4833335 h 6858000"/>
              <a:gd name="connsiteX16" fmla="*/ 7524776 w 7821919"/>
              <a:gd name="connsiteY16" fmla="*/ 4917113 h 6858000"/>
              <a:gd name="connsiteX17" fmla="*/ 6642110 w 7821919"/>
              <a:gd name="connsiteY17" fmla="*/ 6248746 h 6858000"/>
              <a:gd name="connsiteX18" fmla="*/ 6755682 w 7821919"/>
              <a:gd name="connsiteY18" fmla="*/ 6811285 h 6858000"/>
              <a:gd name="connsiteX19" fmla="*/ 6778185 w 7821919"/>
              <a:gd name="connsiteY19" fmla="*/ 6858000 h 6858000"/>
              <a:gd name="connsiteX20" fmla="*/ 0 w 7821919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821919" h="6858000">
                <a:moveTo>
                  <a:pt x="0" y="0"/>
                </a:moveTo>
                <a:lnTo>
                  <a:pt x="6983367" y="0"/>
                </a:lnTo>
                <a:lnTo>
                  <a:pt x="6982269" y="1331"/>
                </a:lnTo>
                <a:cubicBezTo>
                  <a:pt x="6888522" y="140095"/>
                  <a:pt x="6833782" y="307376"/>
                  <a:pt x="6833782" y="487443"/>
                </a:cubicBezTo>
                <a:cubicBezTo>
                  <a:pt x="6833782" y="547466"/>
                  <a:pt x="6839864" y="606067"/>
                  <a:pt x="6851446" y="662666"/>
                </a:cubicBezTo>
                <a:lnTo>
                  <a:pt x="6857532" y="686333"/>
                </a:lnTo>
                <a:lnTo>
                  <a:pt x="6806927" y="699345"/>
                </a:lnTo>
                <a:cubicBezTo>
                  <a:pt x="6081835" y="924872"/>
                  <a:pt x="5555365" y="1601212"/>
                  <a:pt x="5555365" y="2400515"/>
                </a:cubicBezTo>
                <a:cubicBezTo>
                  <a:pt x="5555365" y="3384273"/>
                  <a:pt x="6352859" y="4181767"/>
                  <a:pt x="7336617" y="4181767"/>
                </a:cubicBezTo>
                <a:lnTo>
                  <a:pt x="7452815" y="4175900"/>
                </a:lnTo>
                <a:lnTo>
                  <a:pt x="7437456" y="4225378"/>
                </a:lnTo>
                <a:cubicBezTo>
                  <a:pt x="7431436" y="4254794"/>
                  <a:pt x="7428275" y="4285252"/>
                  <a:pt x="7428275" y="4316448"/>
                </a:cubicBezTo>
                <a:cubicBezTo>
                  <a:pt x="7428275" y="4534821"/>
                  <a:pt x="7583172" y="4717015"/>
                  <a:pt x="7789089" y="4759152"/>
                </a:cubicBezTo>
                <a:lnTo>
                  <a:pt x="7821919" y="4762461"/>
                </a:lnTo>
                <a:lnTo>
                  <a:pt x="7809638" y="4785088"/>
                </a:lnTo>
                <a:lnTo>
                  <a:pt x="7794661" y="4833335"/>
                </a:lnTo>
                <a:lnTo>
                  <a:pt x="7524776" y="4917113"/>
                </a:lnTo>
                <a:cubicBezTo>
                  <a:pt x="7006070" y="5136507"/>
                  <a:pt x="6642110" y="5650122"/>
                  <a:pt x="6642110" y="6248746"/>
                </a:cubicBezTo>
                <a:cubicBezTo>
                  <a:pt x="6642110" y="6448287"/>
                  <a:pt x="6682550" y="6638383"/>
                  <a:pt x="6755682" y="6811285"/>
                </a:cubicBezTo>
                <a:lnTo>
                  <a:pt x="6778185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25000">
                <a:schemeClr val="accent1">
                  <a:alpha val="0"/>
                </a:schemeClr>
              </a:gs>
              <a:gs pos="100000">
                <a:schemeClr val="accent1">
                  <a:alpha val="7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A387F602-8FC3-C787-5DEB-6AC9777BFD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" y="0"/>
            <a:ext cx="9142400" cy="51435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3B05124F-3953-D439-62CC-9F1F729FFC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>
              <a:lumMod val="1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7C5FEA20-23B5-64A9-3877-DB5A55E7E2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5156" y="0"/>
            <a:ext cx="5906934" cy="5143500"/>
          </a:xfrm>
          <a:custGeom>
            <a:avLst/>
            <a:gdLst>
              <a:gd name="connsiteX0" fmla="*/ 0 w 7821919"/>
              <a:gd name="connsiteY0" fmla="*/ 0 h 6858000"/>
              <a:gd name="connsiteX1" fmla="*/ 6983367 w 7821919"/>
              <a:gd name="connsiteY1" fmla="*/ 0 h 6858000"/>
              <a:gd name="connsiteX2" fmla="*/ 6982269 w 7821919"/>
              <a:gd name="connsiteY2" fmla="*/ 1331 h 6858000"/>
              <a:gd name="connsiteX3" fmla="*/ 6833782 w 7821919"/>
              <a:gd name="connsiteY3" fmla="*/ 487443 h 6858000"/>
              <a:gd name="connsiteX4" fmla="*/ 6851446 w 7821919"/>
              <a:gd name="connsiteY4" fmla="*/ 662666 h 6858000"/>
              <a:gd name="connsiteX5" fmla="*/ 6857532 w 7821919"/>
              <a:gd name="connsiteY5" fmla="*/ 686333 h 6858000"/>
              <a:gd name="connsiteX6" fmla="*/ 6806927 w 7821919"/>
              <a:gd name="connsiteY6" fmla="*/ 699345 h 6858000"/>
              <a:gd name="connsiteX7" fmla="*/ 5555365 w 7821919"/>
              <a:gd name="connsiteY7" fmla="*/ 2400515 h 6858000"/>
              <a:gd name="connsiteX8" fmla="*/ 7336617 w 7821919"/>
              <a:gd name="connsiteY8" fmla="*/ 4181767 h 6858000"/>
              <a:gd name="connsiteX9" fmla="*/ 7452815 w 7821919"/>
              <a:gd name="connsiteY9" fmla="*/ 4175900 h 6858000"/>
              <a:gd name="connsiteX10" fmla="*/ 7437456 w 7821919"/>
              <a:gd name="connsiteY10" fmla="*/ 4225378 h 6858000"/>
              <a:gd name="connsiteX11" fmla="*/ 7428275 w 7821919"/>
              <a:gd name="connsiteY11" fmla="*/ 4316448 h 6858000"/>
              <a:gd name="connsiteX12" fmla="*/ 7789089 w 7821919"/>
              <a:gd name="connsiteY12" fmla="*/ 4759152 h 6858000"/>
              <a:gd name="connsiteX13" fmla="*/ 7821919 w 7821919"/>
              <a:gd name="connsiteY13" fmla="*/ 4762461 h 6858000"/>
              <a:gd name="connsiteX14" fmla="*/ 7809638 w 7821919"/>
              <a:gd name="connsiteY14" fmla="*/ 4785088 h 6858000"/>
              <a:gd name="connsiteX15" fmla="*/ 7794661 w 7821919"/>
              <a:gd name="connsiteY15" fmla="*/ 4833335 h 6858000"/>
              <a:gd name="connsiteX16" fmla="*/ 7524776 w 7821919"/>
              <a:gd name="connsiteY16" fmla="*/ 4917113 h 6858000"/>
              <a:gd name="connsiteX17" fmla="*/ 6642110 w 7821919"/>
              <a:gd name="connsiteY17" fmla="*/ 6248746 h 6858000"/>
              <a:gd name="connsiteX18" fmla="*/ 6755682 w 7821919"/>
              <a:gd name="connsiteY18" fmla="*/ 6811285 h 6858000"/>
              <a:gd name="connsiteX19" fmla="*/ 6778185 w 7821919"/>
              <a:gd name="connsiteY19" fmla="*/ 6858000 h 6858000"/>
              <a:gd name="connsiteX20" fmla="*/ 0 w 7821919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821919" h="6858000">
                <a:moveTo>
                  <a:pt x="0" y="0"/>
                </a:moveTo>
                <a:lnTo>
                  <a:pt x="6983367" y="0"/>
                </a:lnTo>
                <a:lnTo>
                  <a:pt x="6982269" y="1331"/>
                </a:lnTo>
                <a:cubicBezTo>
                  <a:pt x="6888522" y="140095"/>
                  <a:pt x="6833782" y="307376"/>
                  <a:pt x="6833782" y="487443"/>
                </a:cubicBezTo>
                <a:cubicBezTo>
                  <a:pt x="6833782" y="547466"/>
                  <a:pt x="6839864" y="606067"/>
                  <a:pt x="6851446" y="662666"/>
                </a:cubicBezTo>
                <a:lnTo>
                  <a:pt x="6857532" y="686333"/>
                </a:lnTo>
                <a:lnTo>
                  <a:pt x="6806927" y="699345"/>
                </a:lnTo>
                <a:cubicBezTo>
                  <a:pt x="6081835" y="924872"/>
                  <a:pt x="5555365" y="1601212"/>
                  <a:pt x="5555365" y="2400515"/>
                </a:cubicBezTo>
                <a:cubicBezTo>
                  <a:pt x="5555365" y="3384273"/>
                  <a:pt x="6352859" y="4181767"/>
                  <a:pt x="7336617" y="4181767"/>
                </a:cubicBezTo>
                <a:lnTo>
                  <a:pt x="7452815" y="4175900"/>
                </a:lnTo>
                <a:lnTo>
                  <a:pt x="7437456" y="4225378"/>
                </a:lnTo>
                <a:cubicBezTo>
                  <a:pt x="7431436" y="4254794"/>
                  <a:pt x="7428275" y="4285252"/>
                  <a:pt x="7428275" y="4316448"/>
                </a:cubicBezTo>
                <a:cubicBezTo>
                  <a:pt x="7428275" y="4534821"/>
                  <a:pt x="7583172" y="4717015"/>
                  <a:pt x="7789089" y="4759152"/>
                </a:cubicBezTo>
                <a:lnTo>
                  <a:pt x="7821919" y="4762461"/>
                </a:lnTo>
                <a:lnTo>
                  <a:pt x="7809638" y="4785088"/>
                </a:lnTo>
                <a:lnTo>
                  <a:pt x="7794661" y="4833335"/>
                </a:lnTo>
                <a:lnTo>
                  <a:pt x="7524776" y="4917113"/>
                </a:lnTo>
                <a:cubicBezTo>
                  <a:pt x="7006070" y="5136507"/>
                  <a:pt x="6642110" y="5650122"/>
                  <a:pt x="6642110" y="6248746"/>
                </a:cubicBezTo>
                <a:cubicBezTo>
                  <a:pt x="6642110" y="6448287"/>
                  <a:pt x="6682550" y="6638383"/>
                  <a:pt x="6755682" y="6811285"/>
                </a:cubicBezTo>
                <a:lnTo>
                  <a:pt x="6778185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15000">
                <a:schemeClr val="bg2">
                  <a:alpha val="0"/>
                </a:schemeClr>
              </a:gs>
              <a:gs pos="100000">
                <a:schemeClr val="bg2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60E0DB0-CD34-DA17-3E56-91443382CA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19931" cy="51435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F4E2EE25-66B3-A3FC-5515-8BD68C24F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0675" y="316273"/>
            <a:ext cx="725361" cy="725361"/>
          </a:xfrm>
          <a:prstGeom prst="ellipse">
            <a:avLst/>
          </a:prstGeom>
          <a:gradFill>
            <a:gsLst>
              <a:gs pos="0">
                <a:schemeClr val="bg2">
                  <a:alpha val="0"/>
                </a:schemeClr>
              </a:gs>
              <a:gs pos="100000">
                <a:schemeClr val="accent1">
                  <a:alpha val="21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E48FF2BB-A44A-2298-580A-5F0790AFF426}"/>
              </a:ext>
            </a:extLst>
          </p:cNvPr>
          <p:cNvSpPr/>
          <p:nvPr/>
        </p:nvSpPr>
        <p:spPr>
          <a:xfrm>
            <a:off x="2884841" y="348823"/>
            <a:ext cx="3516271" cy="43559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>
                <a:latin typeface="+mj-lt"/>
                <a:ea typeface="+mj-ea"/>
                <a:cs typeface="+mj-cs"/>
              </a:rPr>
              <a:t>MySQL Queries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2954FF-52A1-F56E-7BCA-D352F5D284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6173" y="1193509"/>
            <a:ext cx="3770254" cy="25353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6ED2464-F4D0-6E7A-83A6-A7F53CEB7F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60439" y="1041634"/>
            <a:ext cx="3250331" cy="3222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6704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B47F4D-B546-7C7A-AD8B-9725CA495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C5DD358-1B3B-4F0D-EC37-9569070D24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845" y="1578901"/>
            <a:ext cx="7020154" cy="356459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EED3099-84DC-024E-5AD4-0CC6CD413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2400" cy="51435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F6AC5298-B21A-6CDF-5D0A-34D7C66E2B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23130" cy="51435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A9594C9-0966-003E-BEB7-574F13064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1531" y="0"/>
            <a:ext cx="34289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F8070D7-9650-4AD2-4C3B-20B68A0020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359" y="0"/>
            <a:ext cx="7779237" cy="51435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EA954B2-03CB-C061-E146-190A7B72A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2996" y="0"/>
            <a:ext cx="20574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5A25AA6-AD81-6672-AA80-810DAF0E7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46207" y="480918"/>
            <a:ext cx="3117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553A571D-3C15-9A1F-5CA4-FB1C6A01F8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162D666-0E6E-0867-AFA2-39C07AC46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C58BD47-ABC7-83F0-227D-4EFCB60C8A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845" y="1578901"/>
            <a:ext cx="7020154" cy="3564599"/>
          </a:xfrm>
          <a:prstGeom prst="rect">
            <a:avLst/>
          </a:prstGeom>
          <a:noFill/>
        </p:spPr>
      </p:pic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E0F226C5-ED6A-F36C-583D-5084CA1C2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758889" y="-1245726"/>
            <a:ext cx="4378672" cy="8391550"/>
          </a:xfrm>
          <a:custGeom>
            <a:avLst/>
            <a:gdLst>
              <a:gd name="connsiteX0" fmla="*/ 0 w 7821919"/>
              <a:gd name="connsiteY0" fmla="*/ 0 h 6858000"/>
              <a:gd name="connsiteX1" fmla="*/ 6983367 w 7821919"/>
              <a:gd name="connsiteY1" fmla="*/ 0 h 6858000"/>
              <a:gd name="connsiteX2" fmla="*/ 6982269 w 7821919"/>
              <a:gd name="connsiteY2" fmla="*/ 1331 h 6858000"/>
              <a:gd name="connsiteX3" fmla="*/ 6833782 w 7821919"/>
              <a:gd name="connsiteY3" fmla="*/ 487443 h 6858000"/>
              <a:gd name="connsiteX4" fmla="*/ 6851446 w 7821919"/>
              <a:gd name="connsiteY4" fmla="*/ 662666 h 6858000"/>
              <a:gd name="connsiteX5" fmla="*/ 6857532 w 7821919"/>
              <a:gd name="connsiteY5" fmla="*/ 686333 h 6858000"/>
              <a:gd name="connsiteX6" fmla="*/ 6806927 w 7821919"/>
              <a:gd name="connsiteY6" fmla="*/ 699345 h 6858000"/>
              <a:gd name="connsiteX7" fmla="*/ 5555365 w 7821919"/>
              <a:gd name="connsiteY7" fmla="*/ 2400515 h 6858000"/>
              <a:gd name="connsiteX8" fmla="*/ 7336617 w 7821919"/>
              <a:gd name="connsiteY8" fmla="*/ 4181767 h 6858000"/>
              <a:gd name="connsiteX9" fmla="*/ 7452815 w 7821919"/>
              <a:gd name="connsiteY9" fmla="*/ 4175900 h 6858000"/>
              <a:gd name="connsiteX10" fmla="*/ 7437456 w 7821919"/>
              <a:gd name="connsiteY10" fmla="*/ 4225378 h 6858000"/>
              <a:gd name="connsiteX11" fmla="*/ 7428275 w 7821919"/>
              <a:gd name="connsiteY11" fmla="*/ 4316448 h 6858000"/>
              <a:gd name="connsiteX12" fmla="*/ 7789089 w 7821919"/>
              <a:gd name="connsiteY12" fmla="*/ 4759152 h 6858000"/>
              <a:gd name="connsiteX13" fmla="*/ 7821919 w 7821919"/>
              <a:gd name="connsiteY13" fmla="*/ 4762461 h 6858000"/>
              <a:gd name="connsiteX14" fmla="*/ 7809638 w 7821919"/>
              <a:gd name="connsiteY14" fmla="*/ 4785088 h 6858000"/>
              <a:gd name="connsiteX15" fmla="*/ 7794661 w 7821919"/>
              <a:gd name="connsiteY15" fmla="*/ 4833335 h 6858000"/>
              <a:gd name="connsiteX16" fmla="*/ 7524776 w 7821919"/>
              <a:gd name="connsiteY16" fmla="*/ 4917113 h 6858000"/>
              <a:gd name="connsiteX17" fmla="*/ 6642110 w 7821919"/>
              <a:gd name="connsiteY17" fmla="*/ 6248746 h 6858000"/>
              <a:gd name="connsiteX18" fmla="*/ 6755682 w 7821919"/>
              <a:gd name="connsiteY18" fmla="*/ 6811285 h 6858000"/>
              <a:gd name="connsiteX19" fmla="*/ 6778185 w 7821919"/>
              <a:gd name="connsiteY19" fmla="*/ 6858000 h 6858000"/>
              <a:gd name="connsiteX20" fmla="*/ 0 w 7821919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821919" h="6858000">
                <a:moveTo>
                  <a:pt x="0" y="0"/>
                </a:moveTo>
                <a:lnTo>
                  <a:pt x="6983367" y="0"/>
                </a:lnTo>
                <a:lnTo>
                  <a:pt x="6982269" y="1331"/>
                </a:lnTo>
                <a:cubicBezTo>
                  <a:pt x="6888522" y="140095"/>
                  <a:pt x="6833782" y="307376"/>
                  <a:pt x="6833782" y="487443"/>
                </a:cubicBezTo>
                <a:cubicBezTo>
                  <a:pt x="6833782" y="547466"/>
                  <a:pt x="6839864" y="606067"/>
                  <a:pt x="6851446" y="662666"/>
                </a:cubicBezTo>
                <a:lnTo>
                  <a:pt x="6857532" y="686333"/>
                </a:lnTo>
                <a:lnTo>
                  <a:pt x="6806927" y="699345"/>
                </a:lnTo>
                <a:cubicBezTo>
                  <a:pt x="6081835" y="924872"/>
                  <a:pt x="5555365" y="1601212"/>
                  <a:pt x="5555365" y="2400515"/>
                </a:cubicBezTo>
                <a:cubicBezTo>
                  <a:pt x="5555365" y="3384273"/>
                  <a:pt x="6352859" y="4181767"/>
                  <a:pt x="7336617" y="4181767"/>
                </a:cubicBezTo>
                <a:lnTo>
                  <a:pt x="7452815" y="4175900"/>
                </a:lnTo>
                <a:lnTo>
                  <a:pt x="7437456" y="4225378"/>
                </a:lnTo>
                <a:cubicBezTo>
                  <a:pt x="7431436" y="4254794"/>
                  <a:pt x="7428275" y="4285252"/>
                  <a:pt x="7428275" y="4316448"/>
                </a:cubicBezTo>
                <a:cubicBezTo>
                  <a:pt x="7428275" y="4534821"/>
                  <a:pt x="7583172" y="4717015"/>
                  <a:pt x="7789089" y="4759152"/>
                </a:cubicBezTo>
                <a:lnTo>
                  <a:pt x="7821919" y="4762461"/>
                </a:lnTo>
                <a:lnTo>
                  <a:pt x="7809638" y="4785088"/>
                </a:lnTo>
                <a:lnTo>
                  <a:pt x="7794661" y="4833335"/>
                </a:lnTo>
                <a:lnTo>
                  <a:pt x="7524776" y="4917113"/>
                </a:lnTo>
                <a:cubicBezTo>
                  <a:pt x="7006070" y="5136507"/>
                  <a:pt x="6642110" y="5650122"/>
                  <a:pt x="6642110" y="6248746"/>
                </a:cubicBezTo>
                <a:cubicBezTo>
                  <a:pt x="6642110" y="6448287"/>
                  <a:pt x="6682550" y="6638383"/>
                  <a:pt x="6755682" y="6811285"/>
                </a:cubicBezTo>
                <a:lnTo>
                  <a:pt x="6778185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25000">
                <a:schemeClr val="accent1">
                  <a:alpha val="0"/>
                </a:schemeClr>
              </a:gs>
              <a:gs pos="100000">
                <a:schemeClr val="accent1">
                  <a:alpha val="7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9C1FD37-767F-AC8C-BC04-F121914A85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" y="0"/>
            <a:ext cx="9142400" cy="51435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E172CCC2-D8D4-8BBD-B21B-9A73D6A03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>
              <a:lumMod val="1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19943672-1E2B-26CD-C417-C1C0C13583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5156" y="0"/>
            <a:ext cx="5906934" cy="5143500"/>
          </a:xfrm>
          <a:custGeom>
            <a:avLst/>
            <a:gdLst>
              <a:gd name="connsiteX0" fmla="*/ 0 w 7821919"/>
              <a:gd name="connsiteY0" fmla="*/ 0 h 6858000"/>
              <a:gd name="connsiteX1" fmla="*/ 6983367 w 7821919"/>
              <a:gd name="connsiteY1" fmla="*/ 0 h 6858000"/>
              <a:gd name="connsiteX2" fmla="*/ 6982269 w 7821919"/>
              <a:gd name="connsiteY2" fmla="*/ 1331 h 6858000"/>
              <a:gd name="connsiteX3" fmla="*/ 6833782 w 7821919"/>
              <a:gd name="connsiteY3" fmla="*/ 487443 h 6858000"/>
              <a:gd name="connsiteX4" fmla="*/ 6851446 w 7821919"/>
              <a:gd name="connsiteY4" fmla="*/ 662666 h 6858000"/>
              <a:gd name="connsiteX5" fmla="*/ 6857532 w 7821919"/>
              <a:gd name="connsiteY5" fmla="*/ 686333 h 6858000"/>
              <a:gd name="connsiteX6" fmla="*/ 6806927 w 7821919"/>
              <a:gd name="connsiteY6" fmla="*/ 699345 h 6858000"/>
              <a:gd name="connsiteX7" fmla="*/ 5555365 w 7821919"/>
              <a:gd name="connsiteY7" fmla="*/ 2400515 h 6858000"/>
              <a:gd name="connsiteX8" fmla="*/ 7336617 w 7821919"/>
              <a:gd name="connsiteY8" fmla="*/ 4181767 h 6858000"/>
              <a:gd name="connsiteX9" fmla="*/ 7452815 w 7821919"/>
              <a:gd name="connsiteY9" fmla="*/ 4175900 h 6858000"/>
              <a:gd name="connsiteX10" fmla="*/ 7437456 w 7821919"/>
              <a:gd name="connsiteY10" fmla="*/ 4225378 h 6858000"/>
              <a:gd name="connsiteX11" fmla="*/ 7428275 w 7821919"/>
              <a:gd name="connsiteY11" fmla="*/ 4316448 h 6858000"/>
              <a:gd name="connsiteX12" fmla="*/ 7789089 w 7821919"/>
              <a:gd name="connsiteY12" fmla="*/ 4759152 h 6858000"/>
              <a:gd name="connsiteX13" fmla="*/ 7821919 w 7821919"/>
              <a:gd name="connsiteY13" fmla="*/ 4762461 h 6858000"/>
              <a:gd name="connsiteX14" fmla="*/ 7809638 w 7821919"/>
              <a:gd name="connsiteY14" fmla="*/ 4785088 h 6858000"/>
              <a:gd name="connsiteX15" fmla="*/ 7794661 w 7821919"/>
              <a:gd name="connsiteY15" fmla="*/ 4833335 h 6858000"/>
              <a:gd name="connsiteX16" fmla="*/ 7524776 w 7821919"/>
              <a:gd name="connsiteY16" fmla="*/ 4917113 h 6858000"/>
              <a:gd name="connsiteX17" fmla="*/ 6642110 w 7821919"/>
              <a:gd name="connsiteY17" fmla="*/ 6248746 h 6858000"/>
              <a:gd name="connsiteX18" fmla="*/ 6755682 w 7821919"/>
              <a:gd name="connsiteY18" fmla="*/ 6811285 h 6858000"/>
              <a:gd name="connsiteX19" fmla="*/ 6778185 w 7821919"/>
              <a:gd name="connsiteY19" fmla="*/ 6858000 h 6858000"/>
              <a:gd name="connsiteX20" fmla="*/ 0 w 7821919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821919" h="6858000">
                <a:moveTo>
                  <a:pt x="0" y="0"/>
                </a:moveTo>
                <a:lnTo>
                  <a:pt x="6983367" y="0"/>
                </a:lnTo>
                <a:lnTo>
                  <a:pt x="6982269" y="1331"/>
                </a:lnTo>
                <a:cubicBezTo>
                  <a:pt x="6888522" y="140095"/>
                  <a:pt x="6833782" y="307376"/>
                  <a:pt x="6833782" y="487443"/>
                </a:cubicBezTo>
                <a:cubicBezTo>
                  <a:pt x="6833782" y="547466"/>
                  <a:pt x="6839864" y="606067"/>
                  <a:pt x="6851446" y="662666"/>
                </a:cubicBezTo>
                <a:lnTo>
                  <a:pt x="6857532" y="686333"/>
                </a:lnTo>
                <a:lnTo>
                  <a:pt x="6806927" y="699345"/>
                </a:lnTo>
                <a:cubicBezTo>
                  <a:pt x="6081835" y="924872"/>
                  <a:pt x="5555365" y="1601212"/>
                  <a:pt x="5555365" y="2400515"/>
                </a:cubicBezTo>
                <a:cubicBezTo>
                  <a:pt x="5555365" y="3384273"/>
                  <a:pt x="6352859" y="4181767"/>
                  <a:pt x="7336617" y="4181767"/>
                </a:cubicBezTo>
                <a:lnTo>
                  <a:pt x="7452815" y="4175900"/>
                </a:lnTo>
                <a:lnTo>
                  <a:pt x="7437456" y="4225378"/>
                </a:lnTo>
                <a:cubicBezTo>
                  <a:pt x="7431436" y="4254794"/>
                  <a:pt x="7428275" y="4285252"/>
                  <a:pt x="7428275" y="4316448"/>
                </a:cubicBezTo>
                <a:cubicBezTo>
                  <a:pt x="7428275" y="4534821"/>
                  <a:pt x="7583172" y="4717015"/>
                  <a:pt x="7789089" y="4759152"/>
                </a:cubicBezTo>
                <a:lnTo>
                  <a:pt x="7821919" y="4762461"/>
                </a:lnTo>
                <a:lnTo>
                  <a:pt x="7809638" y="4785088"/>
                </a:lnTo>
                <a:lnTo>
                  <a:pt x="7794661" y="4833335"/>
                </a:lnTo>
                <a:lnTo>
                  <a:pt x="7524776" y="4917113"/>
                </a:lnTo>
                <a:cubicBezTo>
                  <a:pt x="7006070" y="5136507"/>
                  <a:pt x="6642110" y="5650122"/>
                  <a:pt x="6642110" y="6248746"/>
                </a:cubicBezTo>
                <a:cubicBezTo>
                  <a:pt x="6642110" y="6448287"/>
                  <a:pt x="6682550" y="6638383"/>
                  <a:pt x="6755682" y="6811285"/>
                </a:cubicBezTo>
                <a:lnTo>
                  <a:pt x="6778185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15000">
                <a:schemeClr val="bg2">
                  <a:alpha val="0"/>
                </a:schemeClr>
              </a:gs>
              <a:gs pos="100000">
                <a:schemeClr val="bg2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698F63C-E63B-8653-1139-28A85DF7A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19931" cy="51435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D773541D-F24F-3EE5-482C-9C9683830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0675" y="316273"/>
            <a:ext cx="725361" cy="725361"/>
          </a:xfrm>
          <a:prstGeom prst="ellipse">
            <a:avLst/>
          </a:prstGeom>
          <a:gradFill>
            <a:gsLst>
              <a:gs pos="0">
                <a:schemeClr val="bg2">
                  <a:alpha val="0"/>
                </a:schemeClr>
              </a:gs>
              <a:gs pos="100000">
                <a:schemeClr val="accent1">
                  <a:alpha val="21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D3EC58-97DE-B1AE-42AF-5FF82A724F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943" y="495414"/>
            <a:ext cx="2673780" cy="28776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7FFF59-E8EE-3485-07B2-C5D76A7A541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13176" y="619417"/>
            <a:ext cx="3164072" cy="335059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410D449-41BE-7648-337E-613319714FD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17061" y="1578901"/>
            <a:ext cx="2823525" cy="3138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8519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032051-A2B6-9362-DCEF-E05CBE7E2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8F3D66A-D89B-92DA-CCB3-E31E937A2F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845" y="1578901"/>
            <a:ext cx="7020154" cy="356459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2A22EC8-0C4B-089B-B139-8A5565FD64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2400" cy="51435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67797D36-1221-5138-780D-2BFC36C82B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23130" cy="51435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F76C80-7DCA-E831-883A-90E0559DF0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1531" y="0"/>
            <a:ext cx="34289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FAA85A5-4D6A-4C6E-E915-3B83455F00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359" y="0"/>
            <a:ext cx="7779237" cy="51435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831373A-17CA-0A6D-FF9E-110A67103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2996" y="0"/>
            <a:ext cx="20574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9C5EBF5-C8CE-9743-5A5F-AFDEBD3C4A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46207" y="480918"/>
            <a:ext cx="3117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3E00690-E763-F722-F0F9-16B2C8CEF0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4424974-0577-1551-C1F3-7848A967C3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8EE314B7-06C3-C5D8-E495-652A569AE2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845" y="1578901"/>
            <a:ext cx="7020154" cy="3564599"/>
          </a:xfrm>
          <a:prstGeom prst="rect">
            <a:avLst/>
          </a:prstGeom>
          <a:noFill/>
        </p:spPr>
      </p:pic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C30F78CB-F0EC-8914-16C6-B62C8FD1B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758889" y="-1245726"/>
            <a:ext cx="4378672" cy="8391550"/>
          </a:xfrm>
          <a:custGeom>
            <a:avLst/>
            <a:gdLst>
              <a:gd name="connsiteX0" fmla="*/ 0 w 7821919"/>
              <a:gd name="connsiteY0" fmla="*/ 0 h 6858000"/>
              <a:gd name="connsiteX1" fmla="*/ 6983367 w 7821919"/>
              <a:gd name="connsiteY1" fmla="*/ 0 h 6858000"/>
              <a:gd name="connsiteX2" fmla="*/ 6982269 w 7821919"/>
              <a:gd name="connsiteY2" fmla="*/ 1331 h 6858000"/>
              <a:gd name="connsiteX3" fmla="*/ 6833782 w 7821919"/>
              <a:gd name="connsiteY3" fmla="*/ 487443 h 6858000"/>
              <a:gd name="connsiteX4" fmla="*/ 6851446 w 7821919"/>
              <a:gd name="connsiteY4" fmla="*/ 662666 h 6858000"/>
              <a:gd name="connsiteX5" fmla="*/ 6857532 w 7821919"/>
              <a:gd name="connsiteY5" fmla="*/ 686333 h 6858000"/>
              <a:gd name="connsiteX6" fmla="*/ 6806927 w 7821919"/>
              <a:gd name="connsiteY6" fmla="*/ 699345 h 6858000"/>
              <a:gd name="connsiteX7" fmla="*/ 5555365 w 7821919"/>
              <a:gd name="connsiteY7" fmla="*/ 2400515 h 6858000"/>
              <a:gd name="connsiteX8" fmla="*/ 7336617 w 7821919"/>
              <a:gd name="connsiteY8" fmla="*/ 4181767 h 6858000"/>
              <a:gd name="connsiteX9" fmla="*/ 7452815 w 7821919"/>
              <a:gd name="connsiteY9" fmla="*/ 4175900 h 6858000"/>
              <a:gd name="connsiteX10" fmla="*/ 7437456 w 7821919"/>
              <a:gd name="connsiteY10" fmla="*/ 4225378 h 6858000"/>
              <a:gd name="connsiteX11" fmla="*/ 7428275 w 7821919"/>
              <a:gd name="connsiteY11" fmla="*/ 4316448 h 6858000"/>
              <a:gd name="connsiteX12" fmla="*/ 7789089 w 7821919"/>
              <a:gd name="connsiteY12" fmla="*/ 4759152 h 6858000"/>
              <a:gd name="connsiteX13" fmla="*/ 7821919 w 7821919"/>
              <a:gd name="connsiteY13" fmla="*/ 4762461 h 6858000"/>
              <a:gd name="connsiteX14" fmla="*/ 7809638 w 7821919"/>
              <a:gd name="connsiteY14" fmla="*/ 4785088 h 6858000"/>
              <a:gd name="connsiteX15" fmla="*/ 7794661 w 7821919"/>
              <a:gd name="connsiteY15" fmla="*/ 4833335 h 6858000"/>
              <a:gd name="connsiteX16" fmla="*/ 7524776 w 7821919"/>
              <a:gd name="connsiteY16" fmla="*/ 4917113 h 6858000"/>
              <a:gd name="connsiteX17" fmla="*/ 6642110 w 7821919"/>
              <a:gd name="connsiteY17" fmla="*/ 6248746 h 6858000"/>
              <a:gd name="connsiteX18" fmla="*/ 6755682 w 7821919"/>
              <a:gd name="connsiteY18" fmla="*/ 6811285 h 6858000"/>
              <a:gd name="connsiteX19" fmla="*/ 6778185 w 7821919"/>
              <a:gd name="connsiteY19" fmla="*/ 6858000 h 6858000"/>
              <a:gd name="connsiteX20" fmla="*/ 0 w 7821919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821919" h="6858000">
                <a:moveTo>
                  <a:pt x="0" y="0"/>
                </a:moveTo>
                <a:lnTo>
                  <a:pt x="6983367" y="0"/>
                </a:lnTo>
                <a:lnTo>
                  <a:pt x="6982269" y="1331"/>
                </a:lnTo>
                <a:cubicBezTo>
                  <a:pt x="6888522" y="140095"/>
                  <a:pt x="6833782" y="307376"/>
                  <a:pt x="6833782" y="487443"/>
                </a:cubicBezTo>
                <a:cubicBezTo>
                  <a:pt x="6833782" y="547466"/>
                  <a:pt x="6839864" y="606067"/>
                  <a:pt x="6851446" y="662666"/>
                </a:cubicBezTo>
                <a:lnTo>
                  <a:pt x="6857532" y="686333"/>
                </a:lnTo>
                <a:lnTo>
                  <a:pt x="6806927" y="699345"/>
                </a:lnTo>
                <a:cubicBezTo>
                  <a:pt x="6081835" y="924872"/>
                  <a:pt x="5555365" y="1601212"/>
                  <a:pt x="5555365" y="2400515"/>
                </a:cubicBezTo>
                <a:cubicBezTo>
                  <a:pt x="5555365" y="3384273"/>
                  <a:pt x="6352859" y="4181767"/>
                  <a:pt x="7336617" y="4181767"/>
                </a:cubicBezTo>
                <a:lnTo>
                  <a:pt x="7452815" y="4175900"/>
                </a:lnTo>
                <a:lnTo>
                  <a:pt x="7437456" y="4225378"/>
                </a:lnTo>
                <a:cubicBezTo>
                  <a:pt x="7431436" y="4254794"/>
                  <a:pt x="7428275" y="4285252"/>
                  <a:pt x="7428275" y="4316448"/>
                </a:cubicBezTo>
                <a:cubicBezTo>
                  <a:pt x="7428275" y="4534821"/>
                  <a:pt x="7583172" y="4717015"/>
                  <a:pt x="7789089" y="4759152"/>
                </a:cubicBezTo>
                <a:lnTo>
                  <a:pt x="7821919" y="4762461"/>
                </a:lnTo>
                <a:lnTo>
                  <a:pt x="7809638" y="4785088"/>
                </a:lnTo>
                <a:lnTo>
                  <a:pt x="7794661" y="4833335"/>
                </a:lnTo>
                <a:lnTo>
                  <a:pt x="7524776" y="4917113"/>
                </a:lnTo>
                <a:cubicBezTo>
                  <a:pt x="7006070" y="5136507"/>
                  <a:pt x="6642110" y="5650122"/>
                  <a:pt x="6642110" y="6248746"/>
                </a:cubicBezTo>
                <a:cubicBezTo>
                  <a:pt x="6642110" y="6448287"/>
                  <a:pt x="6682550" y="6638383"/>
                  <a:pt x="6755682" y="6811285"/>
                </a:cubicBezTo>
                <a:lnTo>
                  <a:pt x="6778185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25000">
                <a:schemeClr val="accent1">
                  <a:alpha val="0"/>
                </a:schemeClr>
              </a:gs>
              <a:gs pos="100000">
                <a:schemeClr val="accent1">
                  <a:alpha val="7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68604030-1940-6EE7-5770-A0B0068B13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" y="0"/>
            <a:ext cx="9142400" cy="51435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F92F3B4E-CB02-6F6A-B82C-0C291AB066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>
              <a:lumMod val="1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2E251020-4EB6-1C46-D9AF-8804621074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5156" y="0"/>
            <a:ext cx="5906934" cy="5143500"/>
          </a:xfrm>
          <a:custGeom>
            <a:avLst/>
            <a:gdLst>
              <a:gd name="connsiteX0" fmla="*/ 0 w 7821919"/>
              <a:gd name="connsiteY0" fmla="*/ 0 h 6858000"/>
              <a:gd name="connsiteX1" fmla="*/ 6983367 w 7821919"/>
              <a:gd name="connsiteY1" fmla="*/ 0 h 6858000"/>
              <a:gd name="connsiteX2" fmla="*/ 6982269 w 7821919"/>
              <a:gd name="connsiteY2" fmla="*/ 1331 h 6858000"/>
              <a:gd name="connsiteX3" fmla="*/ 6833782 w 7821919"/>
              <a:gd name="connsiteY3" fmla="*/ 487443 h 6858000"/>
              <a:gd name="connsiteX4" fmla="*/ 6851446 w 7821919"/>
              <a:gd name="connsiteY4" fmla="*/ 662666 h 6858000"/>
              <a:gd name="connsiteX5" fmla="*/ 6857532 w 7821919"/>
              <a:gd name="connsiteY5" fmla="*/ 686333 h 6858000"/>
              <a:gd name="connsiteX6" fmla="*/ 6806927 w 7821919"/>
              <a:gd name="connsiteY6" fmla="*/ 699345 h 6858000"/>
              <a:gd name="connsiteX7" fmla="*/ 5555365 w 7821919"/>
              <a:gd name="connsiteY7" fmla="*/ 2400515 h 6858000"/>
              <a:gd name="connsiteX8" fmla="*/ 7336617 w 7821919"/>
              <a:gd name="connsiteY8" fmla="*/ 4181767 h 6858000"/>
              <a:gd name="connsiteX9" fmla="*/ 7452815 w 7821919"/>
              <a:gd name="connsiteY9" fmla="*/ 4175900 h 6858000"/>
              <a:gd name="connsiteX10" fmla="*/ 7437456 w 7821919"/>
              <a:gd name="connsiteY10" fmla="*/ 4225378 h 6858000"/>
              <a:gd name="connsiteX11" fmla="*/ 7428275 w 7821919"/>
              <a:gd name="connsiteY11" fmla="*/ 4316448 h 6858000"/>
              <a:gd name="connsiteX12" fmla="*/ 7789089 w 7821919"/>
              <a:gd name="connsiteY12" fmla="*/ 4759152 h 6858000"/>
              <a:gd name="connsiteX13" fmla="*/ 7821919 w 7821919"/>
              <a:gd name="connsiteY13" fmla="*/ 4762461 h 6858000"/>
              <a:gd name="connsiteX14" fmla="*/ 7809638 w 7821919"/>
              <a:gd name="connsiteY14" fmla="*/ 4785088 h 6858000"/>
              <a:gd name="connsiteX15" fmla="*/ 7794661 w 7821919"/>
              <a:gd name="connsiteY15" fmla="*/ 4833335 h 6858000"/>
              <a:gd name="connsiteX16" fmla="*/ 7524776 w 7821919"/>
              <a:gd name="connsiteY16" fmla="*/ 4917113 h 6858000"/>
              <a:gd name="connsiteX17" fmla="*/ 6642110 w 7821919"/>
              <a:gd name="connsiteY17" fmla="*/ 6248746 h 6858000"/>
              <a:gd name="connsiteX18" fmla="*/ 6755682 w 7821919"/>
              <a:gd name="connsiteY18" fmla="*/ 6811285 h 6858000"/>
              <a:gd name="connsiteX19" fmla="*/ 6778185 w 7821919"/>
              <a:gd name="connsiteY19" fmla="*/ 6858000 h 6858000"/>
              <a:gd name="connsiteX20" fmla="*/ 0 w 7821919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821919" h="6858000">
                <a:moveTo>
                  <a:pt x="0" y="0"/>
                </a:moveTo>
                <a:lnTo>
                  <a:pt x="6983367" y="0"/>
                </a:lnTo>
                <a:lnTo>
                  <a:pt x="6982269" y="1331"/>
                </a:lnTo>
                <a:cubicBezTo>
                  <a:pt x="6888522" y="140095"/>
                  <a:pt x="6833782" y="307376"/>
                  <a:pt x="6833782" y="487443"/>
                </a:cubicBezTo>
                <a:cubicBezTo>
                  <a:pt x="6833782" y="547466"/>
                  <a:pt x="6839864" y="606067"/>
                  <a:pt x="6851446" y="662666"/>
                </a:cubicBezTo>
                <a:lnTo>
                  <a:pt x="6857532" y="686333"/>
                </a:lnTo>
                <a:lnTo>
                  <a:pt x="6806927" y="699345"/>
                </a:lnTo>
                <a:cubicBezTo>
                  <a:pt x="6081835" y="924872"/>
                  <a:pt x="5555365" y="1601212"/>
                  <a:pt x="5555365" y="2400515"/>
                </a:cubicBezTo>
                <a:cubicBezTo>
                  <a:pt x="5555365" y="3384273"/>
                  <a:pt x="6352859" y="4181767"/>
                  <a:pt x="7336617" y="4181767"/>
                </a:cubicBezTo>
                <a:lnTo>
                  <a:pt x="7452815" y="4175900"/>
                </a:lnTo>
                <a:lnTo>
                  <a:pt x="7437456" y="4225378"/>
                </a:lnTo>
                <a:cubicBezTo>
                  <a:pt x="7431436" y="4254794"/>
                  <a:pt x="7428275" y="4285252"/>
                  <a:pt x="7428275" y="4316448"/>
                </a:cubicBezTo>
                <a:cubicBezTo>
                  <a:pt x="7428275" y="4534821"/>
                  <a:pt x="7583172" y="4717015"/>
                  <a:pt x="7789089" y="4759152"/>
                </a:cubicBezTo>
                <a:lnTo>
                  <a:pt x="7821919" y="4762461"/>
                </a:lnTo>
                <a:lnTo>
                  <a:pt x="7809638" y="4785088"/>
                </a:lnTo>
                <a:lnTo>
                  <a:pt x="7794661" y="4833335"/>
                </a:lnTo>
                <a:lnTo>
                  <a:pt x="7524776" y="4917113"/>
                </a:lnTo>
                <a:cubicBezTo>
                  <a:pt x="7006070" y="5136507"/>
                  <a:pt x="6642110" y="5650122"/>
                  <a:pt x="6642110" y="6248746"/>
                </a:cubicBezTo>
                <a:cubicBezTo>
                  <a:pt x="6642110" y="6448287"/>
                  <a:pt x="6682550" y="6638383"/>
                  <a:pt x="6755682" y="6811285"/>
                </a:cubicBezTo>
                <a:lnTo>
                  <a:pt x="6778185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15000">
                <a:schemeClr val="bg2">
                  <a:alpha val="0"/>
                </a:schemeClr>
              </a:gs>
              <a:gs pos="100000">
                <a:schemeClr val="bg2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B76A216-0B45-843C-C7AA-0DEF68759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19931" cy="51435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E5D9FB5-2904-997C-C453-5B7B9DBE8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0675" y="316273"/>
            <a:ext cx="725361" cy="725361"/>
          </a:xfrm>
          <a:prstGeom prst="ellipse">
            <a:avLst/>
          </a:prstGeom>
          <a:gradFill>
            <a:gsLst>
              <a:gs pos="0">
                <a:schemeClr val="bg2">
                  <a:alpha val="0"/>
                </a:schemeClr>
              </a:gs>
              <a:gs pos="100000">
                <a:schemeClr val="accent1">
                  <a:alpha val="21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86A51C50-96C4-A75A-E3D2-4C7656F9CE9B}"/>
              </a:ext>
            </a:extLst>
          </p:cNvPr>
          <p:cNvSpPr/>
          <p:nvPr/>
        </p:nvSpPr>
        <p:spPr>
          <a:xfrm>
            <a:off x="2813064" y="508559"/>
            <a:ext cx="3516271" cy="43559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>
                <a:latin typeface="+mj-lt"/>
                <a:ea typeface="+mj-ea"/>
                <a:cs typeface="+mj-cs"/>
              </a:rPr>
              <a:t>Tableau Dashboard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7DC6D4-86F2-649E-A95F-BBA1653C12DF}"/>
              </a:ext>
            </a:extLst>
          </p:cNvPr>
          <p:cNvSpPr txBox="1"/>
          <p:nvPr/>
        </p:nvSpPr>
        <p:spPr>
          <a:xfrm>
            <a:off x="4706423" y="1303444"/>
            <a:ext cx="4487982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/>
              <a:t>Presents loan data through </a:t>
            </a:r>
            <a:r>
              <a:rPr lang="en-IN" sz="1600" b="1"/>
              <a:t>interactive Tableau visualizations</a:t>
            </a:r>
            <a:r>
              <a:rPr lang="en-IN" sz="160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/>
              <a:t>Uses </a:t>
            </a:r>
            <a:r>
              <a:rPr lang="en-IN" sz="1600" b="1"/>
              <a:t>filters and dashboard actions</a:t>
            </a:r>
            <a:r>
              <a:rPr lang="en-IN" sz="1600"/>
              <a:t> for detailed exploration.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/>
              <a:t>Highlights </a:t>
            </a:r>
            <a:r>
              <a:rPr lang="en-IN" sz="1600" b="1"/>
              <a:t>loan purpose and late-fee patterns</a:t>
            </a:r>
            <a:r>
              <a:rPr lang="en-IN" sz="160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/>
              <a:t>Provides </a:t>
            </a:r>
            <a:r>
              <a:rPr lang="en-IN" sz="1600" b="1"/>
              <a:t>state-level loan status comparisons</a:t>
            </a:r>
            <a:r>
              <a:rPr lang="en-IN" sz="160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/>
              <a:t>Enables quick comparison of </a:t>
            </a:r>
            <a:r>
              <a:rPr lang="en-IN" sz="1600" b="1"/>
              <a:t>grade and sub-grade performance</a:t>
            </a:r>
            <a:r>
              <a:rPr lang="en-IN" sz="160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/>
              <a:t>Offers a </a:t>
            </a:r>
            <a:r>
              <a:rPr lang="en-IN" sz="1600" b="1"/>
              <a:t>user-friendly visual interface</a:t>
            </a:r>
            <a:r>
              <a:rPr lang="en-IN" sz="1600"/>
              <a:t> for exploring loan insights.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6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FDA8AA-83C1-A538-28F3-EC673AA567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94" y="1423796"/>
            <a:ext cx="4600520" cy="2836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8040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C5514B-FE56-31E8-97F0-46E3B4C44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BF250A4-CD35-2336-73CC-FF0DAEE2F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845" y="1578901"/>
            <a:ext cx="7020154" cy="356459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F592157-10B4-3685-E003-A81010E07F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2400" cy="51435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44EA5AB-F391-A28E-C5B7-EB8A86FAD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23130" cy="51435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D9389DD-EB59-9C17-C683-9637F6B8D7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1531" y="0"/>
            <a:ext cx="34289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28B4A25-8068-5722-2076-E1B726583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359" y="0"/>
            <a:ext cx="7779237" cy="51435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094CB6D-8A8A-12C2-14A9-F1A9FE4C1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2996" y="0"/>
            <a:ext cx="20574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A7B26B0-C7BF-6B95-98B8-2C60421D19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46207" y="480918"/>
            <a:ext cx="3117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D7E5EBC2-1143-A0A2-7C78-58A520022C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00B7C05-FFF6-5EF5-1300-5111AB277E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B90273C8-1A93-0E06-5F3C-4C85C09CDD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845" y="1578901"/>
            <a:ext cx="7020154" cy="3564599"/>
          </a:xfrm>
          <a:prstGeom prst="rect">
            <a:avLst/>
          </a:prstGeom>
          <a:noFill/>
        </p:spPr>
      </p:pic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CDF616F-CF1B-B866-BBA8-7C7CD3C777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758889" y="-1245726"/>
            <a:ext cx="4378672" cy="8391550"/>
          </a:xfrm>
          <a:custGeom>
            <a:avLst/>
            <a:gdLst>
              <a:gd name="connsiteX0" fmla="*/ 0 w 7821919"/>
              <a:gd name="connsiteY0" fmla="*/ 0 h 6858000"/>
              <a:gd name="connsiteX1" fmla="*/ 6983367 w 7821919"/>
              <a:gd name="connsiteY1" fmla="*/ 0 h 6858000"/>
              <a:gd name="connsiteX2" fmla="*/ 6982269 w 7821919"/>
              <a:gd name="connsiteY2" fmla="*/ 1331 h 6858000"/>
              <a:gd name="connsiteX3" fmla="*/ 6833782 w 7821919"/>
              <a:gd name="connsiteY3" fmla="*/ 487443 h 6858000"/>
              <a:gd name="connsiteX4" fmla="*/ 6851446 w 7821919"/>
              <a:gd name="connsiteY4" fmla="*/ 662666 h 6858000"/>
              <a:gd name="connsiteX5" fmla="*/ 6857532 w 7821919"/>
              <a:gd name="connsiteY5" fmla="*/ 686333 h 6858000"/>
              <a:gd name="connsiteX6" fmla="*/ 6806927 w 7821919"/>
              <a:gd name="connsiteY6" fmla="*/ 699345 h 6858000"/>
              <a:gd name="connsiteX7" fmla="*/ 5555365 w 7821919"/>
              <a:gd name="connsiteY7" fmla="*/ 2400515 h 6858000"/>
              <a:gd name="connsiteX8" fmla="*/ 7336617 w 7821919"/>
              <a:gd name="connsiteY8" fmla="*/ 4181767 h 6858000"/>
              <a:gd name="connsiteX9" fmla="*/ 7452815 w 7821919"/>
              <a:gd name="connsiteY9" fmla="*/ 4175900 h 6858000"/>
              <a:gd name="connsiteX10" fmla="*/ 7437456 w 7821919"/>
              <a:gd name="connsiteY10" fmla="*/ 4225378 h 6858000"/>
              <a:gd name="connsiteX11" fmla="*/ 7428275 w 7821919"/>
              <a:gd name="connsiteY11" fmla="*/ 4316448 h 6858000"/>
              <a:gd name="connsiteX12" fmla="*/ 7789089 w 7821919"/>
              <a:gd name="connsiteY12" fmla="*/ 4759152 h 6858000"/>
              <a:gd name="connsiteX13" fmla="*/ 7821919 w 7821919"/>
              <a:gd name="connsiteY13" fmla="*/ 4762461 h 6858000"/>
              <a:gd name="connsiteX14" fmla="*/ 7809638 w 7821919"/>
              <a:gd name="connsiteY14" fmla="*/ 4785088 h 6858000"/>
              <a:gd name="connsiteX15" fmla="*/ 7794661 w 7821919"/>
              <a:gd name="connsiteY15" fmla="*/ 4833335 h 6858000"/>
              <a:gd name="connsiteX16" fmla="*/ 7524776 w 7821919"/>
              <a:gd name="connsiteY16" fmla="*/ 4917113 h 6858000"/>
              <a:gd name="connsiteX17" fmla="*/ 6642110 w 7821919"/>
              <a:gd name="connsiteY17" fmla="*/ 6248746 h 6858000"/>
              <a:gd name="connsiteX18" fmla="*/ 6755682 w 7821919"/>
              <a:gd name="connsiteY18" fmla="*/ 6811285 h 6858000"/>
              <a:gd name="connsiteX19" fmla="*/ 6778185 w 7821919"/>
              <a:gd name="connsiteY19" fmla="*/ 6858000 h 6858000"/>
              <a:gd name="connsiteX20" fmla="*/ 0 w 7821919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821919" h="6858000">
                <a:moveTo>
                  <a:pt x="0" y="0"/>
                </a:moveTo>
                <a:lnTo>
                  <a:pt x="6983367" y="0"/>
                </a:lnTo>
                <a:lnTo>
                  <a:pt x="6982269" y="1331"/>
                </a:lnTo>
                <a:cubicBezTo>
                  <a:pt x="6888522" y="140095"/>
                  <a:pt x="6833782" y="307376"/>
                  <a:pt x="6833782" y="487443"/>
                </a:cubicBezTo>
                <a:cubicBezTo>
                  <a:pt x="6833782" y="547466"/>
                  <a:pt x="6839864" y="606067"/>
                  <a:pt x="6851446" y="662666"/>
                </a:cubicBezTo>
                <a:lnTo>
                  <a:pt x="6857532" y="686333"/>
                </a:lnTo>
                <a:lnTo>
                  <a:pt x="6806927" y="699345"/>
                </a:lnTo>
                <a:cubicBezTo>
                  <a:pt x="6081835" y="924872"/>
                  <a:pt x="5555365" y="1601212"/>
                  <a:pt x="5555365" y="2400515"/>
                </a:cubicBezTo>
                <a:cubicBezTo>
                  <a:pt x="5555365" y="3384273"/>
                  <a:pt x="6352859" y="4181767"/>
                  <a:pt x="7336617" y="4181767"/>
                </a:cubicBezTo>
                <a:lnTo>
                  <a:pt x="7452815" y="4175900"/>
                </a:lnTo>
                <a:lnTo>
                  <a:pt x="7437456" y="4225378"/>
                </a:lnTo>
                <a:cubicBezTo>
                  <a:pt x="7431436" y="4254794"/>
                  <a:pt x="7428275" y="4285252"/>
                  <a:pt x="7428275" y="4316448"/>
                </a:cubicBezTo>
                <a:cubicBezTo>
                  <a:pt x="7428275" y="4534821"/>
                  <a:pt x="7583172" y="4717015"/>
                  <a:pt x="7789089" y="4759152"/>
                </a:cubicBezTo>
                <a:lnTo>
                  <a:pt x="7821919" y="4762461"/>
                </a:lnTo>
                <a:lnTo>
                  <a:pt x="7809638" y="4785088"/>
                </a:lnTo>
                <a:lnTo>
                  <a:pt x="7794661" y="4833335"/>
                </a:lnTo>
                <a:lnTo>
                  <a:pt x="7524776" y="4917113"/>
                </a:lnTo>
                <a:cubicBezTo>
                  <a:pt x="7006070" y="5136507"/>
                  <a:pt x="6642110" y="5650122"/>
                  <a:pt x="6642110" y="6248746"/>
                </a:cubicBezTo>
                <a:cubicBezTo>
                  <a:pt x="6642110" y="6448287"/>
                  <a:pt x="6682550" y="6638383"/>
                  <a:pt x="6755682" y="6811285"/>
                </a:cubicBezTo>
                <a:lnTo>
                  <a:pt x="6778185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25000">
                <a:schemeClr val="accent1">
                  <a:alpha val="0"/>
                </a:schemeClr>
              </a:gs>
              <a:gs pos="100000">
                <a:schemeClr val="accent1">
                  <a:alpha val="7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6CA71FC4-124C-28C3-67C8-DE19495F7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" y="0"/>
            <a:ext cx="9142400" cy="51435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21B53F23-C76B-64AD-4E17-158CA52049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>
              <a:lumMod val="1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42A07F2E-72EA-A818-89AC-B6E0EA8B8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5156" y="0"/>
            <a:ext cx="5906934" cy="5143500"/>
          </a:xfrm>
          <a:custGeom>
            <a:avLst/>
            <a:gdLst>
              <a:gd name="connsiteX0" fmla="*/ 0 w 7821919"/>
              <a:gd name="connsiteY0" fmla="*/ 0 h 6858000"/>
              <a:gd name="connsiteX1" fmla="*/ 6983367 w 7821919"/>
              <a:gd name="connsiteY1" fmla="*/ 0 h 6858000"/>
              <a:gd name="connsiteX2" fmla="*/ 6982269 w 7821919"/>
              <a:gd name="connsiteY2" fmla="*/ 1331 h 6858000"/>
              <a:gd name="connsiteX3" fmla="*/ 6833782 w 7821919"/>
              <a:gd name="connsiteY3" fmla="*/ 487443 h 6858000"/>
              <a:gd name="connsiteX4" fmla="*/ 6851446 w 7821919"/>
              <a:gd name="connsiteY4" fmla="*/ 662666 h 6858000"/>
              <a:gd name="connsiteX5" fmla="*/ 6857532 w 7821919"/>
              <a:gd name="connsiteY5" fmla="*/ 686333 h 6858000"/>
              <a:gd name="connsiteX6" fmla="*/ 6806927 w 7821919"/>
              <a:gd name="connsiteY6" fmla="*/ 699345 h 6858000"/>
              <a:gd name="connsiteX7" fmla="*/ 5555365 w 7821919"/>
              <a:gd name="connsiteY7" fmla="*/ 2400515 h 6858000"/>
              <a:gd name="connsiteX8" fmla="*/ 7336617 w 7821919"/>
              <a:gd name="connsiteY8" fmla="*/ 4181767 h 6858000"/>
              <a:gd name="connsiteX9" fmla="*/ 7452815 w 7821919"/>
              <a:gd name="connsiteY9" fmla="*/ 4175900 h 6858000"/>
              <a:gd name="connsiteX10" fmla="*/ 7437456 w 7821919"/>
              <a:gd name="connsiteY10" fmla="*/ 4225378 h 6858000"/>
              <a:gd name="connsiteX11" fmla="*/ 7428275 w 7821919"/>
              <a:gd name="connsiteY11" fmla="*/ 4316448 h 6858000"/>
              <a:gd name="connsiteX12" fmla="*/ 7789089 w 7821919"/>
              <a:gd name="connsiteY12" fmla="*/ 4759152 h 6858000"/>
              <a:gd name="connsiteX13" fmla="*/ 7821919 w 7821919"/>
              <a:gd name="connsiteY13" fmla="*/ 4762461 h 6858000"/>
              <a:gd name="connsiteX14" fmla="*/ 7809638 w 7821919"/>
              <a:gd name="connsiteY14" fmla="*/ 4785088 h 6858000"/>
              <a:gd name="connsiteX15" fmla="*/ 7794661 w 7821919"/>
              <a:gd name="connsiteY15" fmla="*/ 4833335 h 6858000"/>
              <a:gd name="connsiteX16" fmla="*/ 7524776 w 7821919"/>
              <a:gd name="connsiteY16" fmla="*/ 4917113 h 6858000"/>
              <a:gd name="connsiteX17" fmla="*/ 6642110 w 7821919"/>
              <a:gd name="connsiteY17" fmla="*/ 6248746 h 6858000"/>
              <a:gd name="connsiteX18" fmla="*/ 6755682 w 7821919"/>
              <a:gd name="connsiteY18" fmla="*/ 6811285 h 6858000"/>
              <a:gd name="connsiteX19" fmla="*/ 6778185 w 7821919"/>
              <a:gd name="connsiteY19" fmla="*/ 6858000 h 6858000"/>
              <a:gd name="connsiteX20" fmla="*/ 0 w 7821919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821919" h="6858000">
                <a:moveTo>
                  <a:pt x="0" y="0"/>
                </a:moveTo>
                <a:lnTo>
                  <a:pt x="6983367" y="0"/>
                </a:lnTo>
                <a:lnTo>
                  <a:pt x="6982269" y="1331"/>
                </a:lnTo>
                <a:cubicBezTo>
                  <a:pt x="6888522" y="140095"/>
                  <a:pt x="6833782" y="307376"/>
                  <a:pt x="6833782" y="487443"/>
                </a:cubicBezTo>
                <a:cubicBezTo>
                  <a:pt x="6833782" y="547466"/>
                  <a:pt x="6839864" y="606067"/>
                  <a:pt x="6851446" y="662666"/>
                </a:cubicBezTo>
                <a:lnTo>
                  <a:pt x="6857532" y="686333"/>
                </a:lnTo>
                <a:lnTo>
                  <a:pt x="6806927" y="699345"/>
                </a:lnTo>
                <a:cubicBezTo>
                  <a:pt x="6081835" y="924872"/>
                  <a:pt x="5555365" y="1601212"/>
                  <a:pt x="5555365" y="2400515"/>
                </a:cubicBezTo>
                <a:cubicBezTo>
                  <a:pt x="5555365" y="3384273"/>
                  <a:pt x="6352859" y="4181767"/>
                  <a:pt x="7336617" y="4181767"/>
                </a:cubicBezTo>
                <a:lnTo>
                  <a:pt x="7452815" y="4175900"/>
                </a:lnTo>
                <a:lnTo>
                  <a:pt x="7437456" y="4225378"/>
                </a:lnTo>
                <a:cubicBezTo>
                  <a:pt x="7431436" y="4254794"/>
                  <a:pt x="7428275" y="4285252"/>
                  <a:pt x="7428275" y="4316448"/>
                </a:cubicBezTo>
                <a:cubicBezTo>
                  <a:pt x="7428275" y="4534821"/>
                  <a:pt x="7583172" y="4717015"/>
                  <a:pt x="7789089" y="4759152"/>
                </a:cubicBezTo>
                <a:lnTo>
                  <a:pt x="7821919" y="4762461"/>
                </a:lnTo>
                <a:lnTo>
                  <a:pt x="7809638" y="4785088"/>
                </a:lnTo>
                <a:lnTo>
                  <a:pt x="7794661" y="4833335"/>
                </a:lnTo>
                <a:lnTo>
                  <a:pt x="7524776" y="4917113"/>
                </a:lnTo>
                <a:cubicBezTo>
                  <a:pt x="7006070" y="5136507"/>
                  <a:pt x="6642110" y="5650122"/>
                  <a:pt x="6642110" y="6248746"/>
                </a:cubicBezTo>
                <a:cubicBezTo>
                  <a:pt x="6642110" y="6448287"/>
                  <a:pt x="6682550" y="6638383"/>
                  <a:pt x="6755682" y="6811285"/>
                </a:cubicBezTo>
                <a:lnTo>
                  <a:pt x="6778185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15000">
                <a:schemeClr val="bg2">
                  <a:alpha val="0"/>
                </a:schemeClr>
              </a:gs>
              <a:gs pos="100000">
                <a:schemeClr val="bg2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8C7CA2A-B69C-C4D8-1FD5-2821414596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19931" cy="51435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736974B9-5851-9933-98FB-7C22714D5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0675" y="316273"/>
            <a:ext cx="725361" cy="725361"/>
          </a:xfrm>
          <a:prstGeom prst="ellipse">
            <a:avLst/>
          </a:prstGeom>
          <a:gradFill>
            <a:gsLst>
              <a:gs pos="0">
                <a:schemeClr val="bg2">
                  <a:alpha val="0"/>
                </a:schemeClr>
              </a:gs>
              <a:gs pos="100000">
                <a:schemeClr val="accent1">
                  <a:alpha val="21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81358074-B755-070D-5784-B1CA672CCCDE}"/>
              </a:ext>
            </a:extLst>
          </p:cNvPr>
          <p:cNvSpPr/>
          <p:nvPr/>
        </p:nvSpPr>
        <p:spPr>
          <a:xfrm>
            <a:off x="2884841" y="487496"/>
            <a:ext cx="3516271" cy="43559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>
                <a:latin typeface="+mj-lt"/>
                <a:ea typeface="+mj-ea"/>
                <a:cs typeface="+mj-cs"/>
              </a:rPr>
              <a:t>Key Challenges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D56CBC-81A7-4589-1074-BB638AB17F7E}"/>
              </a:ext>
            </a:extLst>
          </p:cNvPr>
          <p:cNvSpPr txBox="1"/>
          <p:nvPr/>
        </p:nvSpPr>
        <p:spPr>
          <a:xfrm>
            <a:off x="802855" y="1303444"/>
            <a:ext cx="7038448" cy="26320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/>
              <a:t>Handling </a:t>
            </a:r>
            <a:r>
              <a:rPr lang="en-IN" sz="1600" b="1"/>
              <a:t>large and complex loan datasets</a:t>
            </a:r>
            <a:r>
              <a:rPr lang="en-IN" sz="1600"/>
              <a:t>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/>
              <a:t>Identifying and handling </a:t>
            </a:r>
            <a:r>
              <a:rPr lang="en-IN" sz="1600" b="1"/>
              <a:t>missing and duplicate data</a:t>
            </a:r>
            <a:r>
              <a:rPr lang="en-IN" sz="1600"/>
              <a:t>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/>
              <a:t>Creating the correct </a:t>
            </a:r>
            <a:r>
              <a:rPr lang="en-IN" sz="1600" b="1"/>
              <a:t>relationship using Loan ID</a:t>
            </a:r>
            <a:r>
              <a:rPr lang="en-IN" sz="1600"/>
              <a:t>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/>
              <a:t>Creating calculated fields and measures for </a:t>
            </a:r>
            <a:r>
              <a:rPr lang="en-IN" sz="1600" b="1"/>
              <a:t>Power BI and Tableau</a:t>
            </a:r>
            <a:r>
              <a:rPr lang="en-IN" sz="1600"/>
              <a:t>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/>
              <a:t>Creating accurate SQL queries for KPIs.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/>
              <a:t>Designing dashboards with </a:t>
            </a:r>
            <a:r>
              <a:rPr lang="en-IN" sz="1600" b="1"/>
              <a:t>clear and meaningful visualizations</a:t>
            </a:r>
            <a:r>
              <a:rPr lang="en-IN" sz="1600"/>
              <a:t>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/>
              <a:t>Ensuring KPI values were </a:t>
            </a:r>
            <a:r>
              <a:rPr lang="en-IN" sz="1600" b="1"/>
              <a:t>accurate and consistent across tools</a:t>
            </a:r>
            <a:r>
              <a:rPr lang="en-IN" sz="16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434796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93CF4C-8D38-6ED4-A577-55138AE34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DA90310-CF56-41CC-F862-3D27F2795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845" y="1578901"/>
            <a:ext cx="7020154" cy="356459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1FC520D-51F2-E241-6885-21EC95AD5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2400" cy="51435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05F96D72-3B65-47D5-66CF-DF68FC9BDC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23130" cy="51435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22220EC-0DEE-EE63-3E51-669C341502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1531" y="0"/>
            <a:ext cx="34289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095470A-65A8-0D90-0B5D-E33B636E9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359" y="0"/>
            <a:ext cx="7779237" cy="51435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5DA05E8-2438-39FD-27B6-D48FB1AFAB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2996" y="0"/>
            <a:ext cx="20574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181B0D2-DBE7-D524-D885-D967C74FB7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46207" y="480918"/>
            <a:ext cx="3117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C582FFD2-9FB9-F84B-58B0-C066D1EF4F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8CF08A2-0BDC-9E6C-F27A-C1D4A6F72F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EA9ABBE9-A143-15A7-A829-0A10BFCD93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845" y="1578901"/>
            <a:ext cx="7020154" cy="3564599"/>
          </a:xfrm>
          <a:prstGeom prst="rect">
            <a:avLst/>
          </a:prstGeom>
          <a:noFill/>
        </p:spPr>
      </p:pic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B39AF74C-753A-6659-7DD7-C200D199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758889" y="-1245726"/>
            <a:ext cx="4378672" cy="8391550"/>
          </a:xfrm>
          <a:custGeom>
            <a:avLst/>
            <a:gdLst>
              <a:gd name="connsiteX0" fmla="*/ 0 w 7821919"/>
              <a:gd name="connsiteY0" fmla="*/ 0 h 6858000"/>
              <a:gd name="connsiteX1" fmla="*/ 6983367 w 7821919"/>
              <a:gd name="connsiteY1" fmla="*/ 0 h 6858000"/>
              <a:gd name="connsiteX2" fmla="*/ 6982269 w 7821919"/>
              <a:gd name="connsiteY2" fmla="*/ 1331 h 6858000"/>
              <a:gd name="connsiteX3" fmla="*/ 6833782 w 7821919"/>
              <a:gd name="connsiteY3" fmla="*/ 487443 h 6858000"/>
              <a:gd name="connsiteX4" fmla="*/ 6851446 w 7821919"/>
              <a:gd name="connsiteY4" fmla="*/ 662666 h 6858000"/>
              <a:gd name="connsiteX5" fmla="*/ 6857532 w 7821919"/>
              <a:gd name="connsiteY5" fmla="*/ 686333 h 6858000"/>
              <a:gd name="connsiteX6" fmla="*/ 6806927 w 7821919"/>
              <a:gd name="connsiteY6" fmla="*/ 699345 h 6858000"/>
              <a:gd name="connsiteX7" fmla="*/ 5555365 w 7821919"/>
              <a:gd name="connsiteY7" fmla="*/ 2400515 h 6858000"/>
              <a:gd name="connsiteX8" fmla="*/ 7336617 w 7821919"/>
              <a:gd name="connsiteY8" fmla="*/ 4181767 h 6858000"/>
              <a:gd name="connsiteX9" fmla="*/ 7452815 w 7821919"/>
              <a:gd name="connsiteY9" fmla="*/ 4175900 h 6858000"/>
              <a:gd name="connsiteX10" fmla="*/ 7437456 w 7821919"/>
              <a:gd name="connsiteY10" fmla="*/ 4225378 h 6858000"/>
              <a:gd name="connsiteX11" fmla="*/ 7428275 w 7821919"/>
              <a:gd name="connsiteY11" fmla="*/ 4316448 h 6858000"/>
              <a:gd name="connsiteX12" fmla="*/ 7789089 w 7821919"/>
              <a:gd name="connsiteY12" fmla="*/ 4759152 h 6858000"/>
              <a:gd name="connsiteX13" fmla="*/ 7821919 w 7821919"/>
              <a:gd name="connsiteY13" fmla="*/ 4762461 h 6858000"/>
              <a:gd name="connsiteX14" fmla="*/ 7809638 w 7821919"/>
              <a:gd name="connsiteY14" fmla="*/ 4785088 h 6858000"/>
              <a:gd name="connsiteX15" fmla="*/ 7794661 w 7821919"/>
              <a:gd name="connsiteY15" fmla="*/ 4833335 h 6858000"/>
              <a:gd name="connsiteX16" fmla="*/ 7524776 w 7821919"/>
              <a:gd name="connsiteY16" fmla="*/ 4917113 h 6858000"/>
              <a:gd name="connsiteX17" fmla="*/ 6642110 w 7821919"/>
              <a:gd name="connsiteY17" fmla="*/ 6248746 h 6858000"/>
              <a:gd name="connsiteX18" fmla="*/ 6755682 w 7821919"/>
              <a:gd name="connsiteY18" fmla="*/ 6811285 h 6858000"/>
              <a:gd name="connsiteX19" fmla="*/ 6778185 w 7821919"/>
              <a:gd name="connsiteY19" fmla="*/ 6858000 h 6858000"/>
              <a:gd name="connsiteX20" fmla="*/ 0 w 7821919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821919" h="6858000">
                <a:moveTo>
                  <a:pt x="0" y="0"/>
                </a:moveTo>
                <a:lnTo>
                  <a:pt x="6983367" y="0"/>
                </a:lnTo>
                <a:lnTo>
                  <a:pt x="6982269" y="1331"/>
                </a:lnTo>
                <a:cubicBezTo>
                  <a:pt x="6888522" y="140095"/>
                  <a:pt x="6833782" y="307376"/>
                  <a:pt x="6833782" y="487443"/>
                </a:cubicBezTo>
                <a:cubicBezTo>
                  <a:pt x="6833782" y="547466"/>
                  <a:pt x="6839864" y="606067"/>
                  <a:pt x="6851446" y="662666"/>
                </a:cubicBezTo>
                <a:lnTo>
                  <a:pt x="6857532" y="686333"/>
                </a:lnTo>
                <a:lnTo>
                  <a:pt x="6806927" y="699345"/>
                </a:lnTo>
                <a:cubicBezTo>
                  <a:pt x="6081835" y="924872"/>
                  <a:pt x="5555365" y="1601212"/>
                  <a:pt x="5555365" y="2400515"/>
                </a:cubicBezTo>
                <a:cubicBezTo>
                  <a:pt x="5555365" y="3384273"/>
                  <a:pt x="6352859" y="4181767"/>
                  <a:pt x="7336617" y="4181767"/>
                </a:cubicBezTo>
                <a:lnTo>
                  <a:pt x="7452815" y="4175900"/>
                </a:lnTo>
                <a:lnTo>
                  <a:pt x="7437456" y="4225378"/>
                </a:lnTo>
                <a:cubicBezTo>
                  <a:pt x="7431436" y="4254794"/>
                  <a:pt x="7428275" y="4285252"/>
                  <a:pt x="7428275" y="4316448"/>
                </a:cubicBezTo>
                <a:cubicBezTo>
                  <a:pt x="7428275" y="4534821"/>
                  <a:pt x="7583172" y="4717015"/>
                  <a:pt x="7789089" y="4759152"/>
                </a:cubicBezTo>
                <a:lnTo>
                  <a:pt x="7821919" y="4762461"/>
                </a:lnTo>
                <a:lnTo>
                  <a:pt x="7809638" y="4785088"/>
                </a:lnTo>
                <a:lnTo>
                  <a:pt x="7794661" y="4833335"/>
                </a:lnTo>
                <a:lnTo>
                  <a:pt x="7524776" y="4917113"/>
                </a:lnTo>
                <a:cubicBezTo>
                  <a:pt x="7006070" y="5136507"/>
                  <a:pt x="6642110" y="5650122"/>
                  <a:pt x="6642110" y="6248746"/>
                </a:cubicBezTo>
                <a:cubicBezTo>
                  <a:pt x="6642110" y="6448287"/>
                  <a:pt x="6682550" y="6638383"/>
                  <a:pt x="6755682" y="6811285"/>
                </a:cubicBezTo>
                <a:lnTo>
                  <a:pt x="6778185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25000">
                <a:schemeClr val="accent1">
                  <a:alpha val="0"/>
                </a:schemeClr>
              </a:gs>
              <a:gs pos="100000">
                <a:schemeClr val="accent1">
                  <a:alpha val="7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2478D396-9ED7-5112-4CBC-FCBD2BE4A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" y="0"/>
            <a:ext cx="9142400" cy="51435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13F2DA90-0B66-540B-C00A-D694858335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>
              <a:lumMod val="1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CD5FB66A-ED16-436E-2592-61256F889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5156" y="0"/>
            <a:ext cx="5906934" cy="5143500"/>
          </a:xfrm>
          <a:custGeom>
            <a:avLst/>
            <a:gdLst>
              <a:gd name="connsiteX0" fmla="*/ 0 w 7821919"/>
              <a:gd name="connsiteY0" fmla="*/ 0 h 6858000"/>
              <a:gd name="connsiteX1" fmla="*/ 6983367 w 7821919"/>
              <a:gd name="connsiteY1" fmla="*/ 0 h 6858000"/>
              <a:gd name="connsiteX2" fmla="*/ 6982269 w 7821919"/>
              <a:gd name="connsiteY2" fmla="*/ 1331 h 6858000"/>
              <a:gd name="connsiteX3" fmla="*/ 6833782 w 7821919"/>
              <a:gd name="connsiteY3" fmla="*/ 487443 h 6858000"/>
              <a:gd name="connsiteX4" fmla="*/ 6851446 w 7821919"/>
              <a:gd name="connsiteY4" fmla="*/ 662666 h 6858000"/>
              <a:gd name="connsiteX5" fmla="*/ 6857532 w 7821919"/>
              <a:gd name="connsiteY5" fmla="*/ 686333 h 6858000"/>
              <a:gd name="connsiteX6" fmla="*/ 6806927 w 7821919"/>
              <a:gd name="connsiteY6" fmla="*/ 699345 h 6858000"/>
              <a:gd name="connsiteX7" fmla="*/ 5555365 w 7821919"/>
              <a:gd name="connsiteY7" fmla="*/ 2400515 h 6858000"/>
              <a:gd name="connsiteX8" fmla="*/ 7336617 w 7821919"/>
              <a:gd name="connsiteY8" fmla="*/ 4181767 h 6858000"/>
              <a:gd name="connsiteX9" fmla="*/ 7452815 w 7821919"/>
              <a:gd name="connsiteY9" fmla="*/ 4175900 h 6858000"/>
              <a:gd name="connsiteX10" fmla="*/ 7437456 w 7821919"/>
              <a:gd name="connsiteY10" fmla="*/ 4225378 h 6858000"/>
              <a:gd name="connsiteX11" fmla="*/ 7428275 w 7821919"/>
              <a:gd name="connsiteY11" fmla="*/ 4316448 h 6858000"/>
              <a:gd name="connsiteX12" fmla="*/ 7789089 w 7821919"/>
              <a:gd name="connsiteY12" fmla="*/ 4759152 h 6858000"/>
              <a:gd name="connsiteX13" fmla="*/ 7821919 w 7821919"/>
              <a:gd name="connsiteY13" fmla="*/ 4762461 h 6858000"/>
              <a:gd name="connsiteX14" fmla="*/ 7809638 w 7821919"/>
              <a:gd name="connsiteY14" fmla="*/ 4785088 h 6858000"/>
              <a:gd name="connsiteX15" fmla="*/ 7794661 w 7821919"/>
              <a:gd name="connsiteY15" fmla="*/ 4833335 h 6858000"/>
              <a:gd name="connsiteX16" fmla="*/ 7524776 w 7821919"/>
              <a:gd name="connsiteY16" fmla="*/ 4917113 h 6858000"/>
              <a:gd name="connsiteX17" fmla="*/ 6642110 w 7821919"/>
              <a:gd name="connsiteY17" fmla="*/ 6248746 h 6858000"/>
              <a:gd name="connsiteX18" fmla="*/ 6755682 w 7821919"/>
              <a:gd name="connsiteY18" fmla="*/ 6811285 h 6858000"/>
              <a:gd name="connsiteX19" fmla="*/ 6778185 w 7821919"/>
              <a:gd name="connsiteY19" fmla="*/ 6858000 h 6858000"/>
              <a:gd name="connsiteX20" fmla="*/ 0 w 7821919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821919" h="6858000">
                <a:moveTo>
                  <a:pt x="0" y="0"/>
                </a:moveTo>
                <a:lnTo>
                  <a:pt x="6983367" y="0"/>
                </a:lnTo>
                <a:lnTo>
                  <a:pt x="6982269" y="1331"/>
                </a:lnTo>
                <a:cubicBezTo>
                  <a:pt x="6888522" y="140095"/>
                  <a:pt x="6833782" y="307376"/>
                  <a:pt x="6833782" y="487443"/>
                </a:cubicBezTo>
                <a:cubicBezTo>
                  <a:pt x="6833782" y="547466"/>
                  <a:pt x="6839864" y="606067"/>
                  <a:pt x="6851446" y="662666"/>
                </a:cubicBezTo>
                <a:lnTo>
                  <a:pt x="6857532" y="686333"/>
                </a:lnTo>
                <a:lnTo>
                  <a:pt x="6806927" y="699345"/>
                </a:lnTo>
                <a:cubicBezTo>
                  <a:pt x="6081835" y="924872"/>
                  <a:pt x="5555365" y="1601212"/>
                  <a:pt x="5555365" y="2400515"/>
                </a:cubicBezTo>
                <a:cubicBezTo>
                  <a:pt x="5555365" y="3384273"/>
                  <a:pt x="6352859" y="4181767"/>
                  <a:pt x="7336617" y="4181767"/>
                </a:cubicBezTo>
                <a:lnTo>
                  <a:pt x="7452815" y="4175900"/>
                </a:lnTo>
                <a:lnTo>
                  <a:pt x="7437456" y="4225378"/>
                </a:lnTo>
                <a:cubicBezTo>
                  <a:pt x="7431436" y="4254794"/>
                  <a:pt x="7428275" y="4285252"/>
                  <a:pt x="7428275" y="4316448"/>
                </a:cubicBezTo>
                <a:cubicBezTo>
                  <a:pt x="7428275" y="4534821"/>
                  <a:pt x="7583172" y="4717015"/>
                  <a:pt x="7789089" y="4759152"/>
                </a:cubicBezTo>
                <a:lnTo>
                  <a:pt x="7821919" y="4762461"/>
                </a:lnTo>
                <a:lnTo>
                  <a:pt x="7809638" y="4785088"/>
                </a:lnTo>
                <a:lnTo>
                  <a:pt x="7794661" y="4833335"/>
                </a:lnTo>
                <a:lnTo>
                  <a:pt x="7524776" y="4917113"/>
                </a:lnTo>
                <a:cubicBezTo>
                  <a:pt x="7006070" y="5136507"/>
                  <a:pt x="6642110" y="5650122"/>
                  <a:pt x="6642110" y="6248746"/>
                </a:cubicBezTo>
                <a:cubicBezTo>
                  <a:pt x="6642110" y="6448287"/>
                  <a:pt x="6682550" y="6638383"/>
                  <a:pt x="6755682" y="6811285"/>
                </a:cubicBezTo>
                <a:lnTo>
                  <a:pt x="6778185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15000">
                <a:schemeClr val="bg2">
                  <a:alpha val="0"/>
                </a:schemeClr>
              </a:gs>
              <a:gs pos="100000">
                <a:schemeClr val="bg2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2727FA1-837B-BF87-527C-A3D3320E0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19931" cy="51435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43FFA382-6DEF-5BA5-FF2C-420BE6CF1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0675" y="316273"/>
            <a:ext cx="725361" cy="725361"/>
          </a:xfrm>
          <a:prstGeom prst="ellipse">
            <a:avLst/>
          </a:prstGeom>
          <a:gradFill>
            <a:gsLst>
              <a:gs pos="0">
                <a:schemeClr val="bg2">
                  <a:alpha val="0"/>
                </a:schemeClr>
              </a:gs>
              <a:gs pos="100000">
                <a:schemeClr val="accent1">
                  <a:alpha val="21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26DB10D2-74A5-27A3-DB55-32C49897D991}"/>
              </a:ext>
            </a:extLst>
          </p:cNvPr>
          <p:cNvSpPr/>
          <p:nvPr/>
        </p:nvSpPr>
        <p:spPr>
          <a:xfrm>
            <a:off x="2884841" y="487496"/>
            <a:ext cx="3516271" cy="43559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>
                <a:latin typeface="+mj-lt"/>
                <a:ea typeface="+mj-ea"/>
                <a:cs typeface="+mj-cs"/>
              </a:rPr>
              <a:t>Conclusion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77BA5C-6D5A-7B08-9067-14A2A11DBA6E}"/>
              </a:ext>
            </a:extLst>
          </p:cNvPr>
          <p:cNvSpPr txBox="1"/>
          <p:nvPr/>
        </p:nvSpPr>
        <p:spPr>
          <a:xfrm>
            <a:off x="802854" y="1303444"/>
            <a:ext cx="833954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00000"/>
              </a:lnSpc>
            </a:pPr>
            <a:r>
              <a:rPr lang="en-IN" sz="1600"/>
              <a:t>The project successfully transformed raw bank loan data into </a:t>
            </a:r>
            <a:r>
              <a:rPr lang="en-IN" sz="1600" b="1"/>
              <a:t>meaningful and actionable insights</a:t>
            </a:r>
            <a:r>
              <a:rPr lang="en-IN" sz="1600"/>
              <a:t> using </a:t>
            </a:r>
            <a:r>
              <a:rPr lang="en-IN" sz="1600" b="1"/>
              <a:t>MySQL, Excel, Power BI, and Tableau</a:t>
            </a:r>
            <a:r>
              <a:rPr lang="en-IN" sz="1600"/>
              <a:t>. Through data cleaning, modeling, and analysis, five key KPIs were developed to evaluate loan trends, revolving balances, payment patterns, verification status, and loan performance. The interactive dashboards provide a </a:t>
            </a:r>
            <a:r>
              <a:rPr lang="en-IN" sz="1600" b="1"/>
              <a:t>clear and comprehensive view of the data</a:t>
            </a:r>
            <a:r>
              <a:rPr lang="en-IN" sz="1600"/>
              <a:t>, making it easier to identify trends, compare performance, and support </a:t>
            </a:r>
            <a:r>
              <a:rPr lang="en-IN" sz="1600" b="1"/>
              <a:t>data-driven business decisions</a:t>
            </a:r>
            <a:r>
              <a:rPr lang="en-IN" sz="16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954618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9EE9CF-FCAB-0A60-C6BB-CD67D0987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18934E6-6B04-2851-90F6-BAD342BE3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845" y="1578901"/>
            <a:ext cx="7020154" cy="356459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49A777F-6BFC-18AA-789A-4589DEFCD9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2400" cy="51435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0DA0CA0E-C2C6-AA56-7D86-5B3E3ABCB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23130" cy="51435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6CB996A-2AB2-6E76-7538-2D1FEE9FA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1531" y="0"/>
            <a:ext cx="34289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26139B2-B29F-7CBA-1C47-E9C72ECA0E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359" y="0"/>
            <a:ext cx="7779237" cy="51435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5D6A36A-37E2-0446-AAB7-4771644BF6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2996" y="0"/>
            <a:ext cx="20574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65F41AA-8CA6-C38C-1366-5B7DCD9076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46207" y="480918"/>
            <a:ext cx="3117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CD7E230E-22BE-FFB0-BBC2-8D6D1D4753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B34EA3E-3CDF-C170-4245-037E65FE92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719DEF6C-3E95-34E5-4427-185897448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845" y="1578901"/>
            <a:ext cx="7020154" cy="3564599"/>
          </a:xfrm>
          <a:prstGeom prst="rect">
            <a:avLst/>
          </a:prstGeom>
          <a:noFill/>
        </p:spPr>
      </p:pic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EB53FE9B-77AF-03BB-86B3-661273D24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758889" y="-1245726"/>
            <a:ext cx="4378672" cy="8391550"/>
          </a:xfrm>
          <a:custGeom>
            <a:avLst/>
            <a:gdLst>
              <a:gd name="connsiteX0" fmla="*/ 0 w 7821919"/>
              <a:gd name="connsiteY0" fmla="*/ 0 h 6858000"/>
              <a:gd name="connsiteX1" fmla="*/ 6983367 w 7821919"/>
              <a:gd name="connsiteY1" fmla="*/ 0 h 6858000"/>
              <a:gd name="connsiteX2" fmla="*/ 6982269 w 7821919"/>
              <a:gd name="connsiteY2" fmla="*/ 1331 h 6858000"/>
              <a:gd name="connsiteX3" fmla="*/ 6833782 w 7821919"/>
              <a:gd name="connsiteY3" fmla="*/ 487443 h 6858000"/>
              <a:gd name="connsiteX4" fmla="*/ 6851446 w 7821919"/>
              <a:gd name="connsiteY4" fmla="*/ 662666 h 6858000"/>
              <a:gd name="connsiteX5" fmla="*/ 6857532 w 7821919"/>
              <a:gd name="connsiteY5" fmla="*/ 686333 h 6858000"/>
              <a:gd name="connsiteX6" fmla="*/ 6806927 w 7821919"/>
              <a:gd name="connsiteY6" fmla="*/ 699345 h 6858000"/>
              <a:gd name="connsiteX7" fmla="*/ 5555365 w 7821919"/>
              <a:gd name="connsiteY7" fmla="*/ 2400515 h 6858000"/>
              <a:gd name="connsiteX8" fmla="*/ 7336617 w 7821919"/>
              <a:gd name="connsiteY8" fmla="*/ 4181767 h 6858000"/>
              <a:gd name="connsiteX9" fmla="*/ 7452815 w 7821919"/>
              <a:gd name="connsiteY9" fmla="*/ 4175900 h 6858000"/>
              <a:gd name="connsiteX10" fmla="*/ 7437456 w 7821919"/>
              <a:gd name="connsiteY10" fmla="*/ 4225378 h 6858000"/>
              <a:gd name="connsiteX11" fmla="*/ 7428275 w 7821919"/>
              <a:gd name="connsiteY11" fmla="*/ 4316448 h 6858000"/>
              <a:gd name="connsiteX12" fmla="*/ 7789089 w 7821919"/>
              <a:gd name="connsiteY12" fmla="*/ 4759152 h 6858000"/>
              <a:gd name="connsiteX13" fmla="*/ 7821919 w 7821919"/>
              <a:gd name="connsiteY13" fmla="*/ 4762461 h 6858000"/>
              <a:gd name="connsiteX14" fmla="*/ 7809638 w 7821919"/>
              <a:gd name="connsiteY14" fmla="*/ 4785088 h 6858000"/>
              <a:gd name="connsiteX15" fmla="*/ 7794661 w 7821919"/>
              <a:gd name="connsiteY15" fmla="*/ 4833335 h 6858000"/>
              <a:gd name="connsiteX16" fmla="*/ 7524776 w 7821919"/>
              <a:gd name="connsiteY16" fmla="*/ 4917113 h 6858000"/>
              <a:gd name="connsiteX17" fmla="*/ 6642110 w 7821919"/>
              <a:gd name="connsiteY17" fmla="*/ 6248746 h 6858000"/>
              <a:gd name="connsiteX18" fmla="*/ 6755682 w 7821919"/>
              <a:gd name="connsiteY18" fmla="*/ 6811285 h 6858000"/>
              <a:gd name="connsiteX19" fmla="*/ 6778185 w 7821919"/>
              <a:gd name="connsiteY19" fmla="*/ 6858000 h 6858000"/>
              <a:gd name="connsiteX20" fmla="*/ 0 w 7821919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821919" h="6858000">
                <a:moveTo>
                  <a:pt x="0" y="0"/>
                </a:moveTo>
                <a:lnTo>
                  <a:pt x="6983367" y="0"/>
                </a:lnTo>
                <a:lnTo>
                  <a:pt x="6982269" y="1331"/>
                </a:lnTo>
                <a:cubicBezTo>
                  <a:pt x="6888522" y="140095"/>
                  <a:pt x="6833782" y="307376"/>
                  <a:pt x="6833782" y="487443"/>
                </a:cubicBezTo>
                <a:cubicBezTo>
                  <a:pt x="6833782" y="547466"/>
                  <a:pt x="6839864" y="606067"/>
                  <a:pt x="6851446" y="662666"/>
                </a:cubicBezTo>
                <a:lnTo>
                  <a:pt x="6857532" y="686333"/>
                </a:lnTo>
                <a:lnTo>
                  <a:pt x="6806927" y="699345"/>
                </a:lnTo>
                <a:cubicBezTo>
                  <a:pt x="6081835" y="924872"/>
                  <a:pt x="5555365" y="1601212"/>
                  <a:pt x="5555365" y="2400515"/>
                </a:cubicBezTo>
                <a:cubicBezTo>
                  <a:pt x="5555365" y="3384273"/>
                  <a:pt x="6352859" y="4181767"/>
                  <a:pt x="7336617" y="4181767"/>
                </a:cubicBezTo>
                <a:lnTo>
                  <a:pt x="7452815" y="4175900"/>
                </a:lnTo>
                <a:lnTo>
                  <a:pt x="7437456" y="4225378"/>
                </a:lnTo>
                <a:cubicBezTo>
                  <a:pt x="7431436" y="4254794"/>
                  <a:pt x="7428275" y="4285252"/>
                  <a:pt x="7428275" y="4316448"/>
                </a:cubicBezTo>
                <a:cubicBezTo>
                  <a:pt x="7428275" y="4534821"/>
                  <a:pt x="7583172" y="4717015"/>
                  <a:pt x="7789089" y="4759152"/>
                </a:cubicBezTo>
                <a:lnTo>
                  <a:pt x="7821919" y="4762461"/>
                </a:lnTo>
                <a:lnTo>
                  <a:pt x="7809638" y="4785088"/>
                </a:lnTo>
                <a:lnTo>
                  <a:pt x="7794661" y="4833335"/>
                </a:lnTo>
                <a:lnTo>
                  <a:pt x="7524776" y="4917113"/>
                </a:lnTo>
                <a:cubicBezTo>
                  <a:pt x="7006070" y="5136507"/>
                  <a:pt x="6642110" y="5650122"/>
                  <a:pt x="6642110" y="6248746"/>
                </a:cubicBezTo>
                <a:cubicBezTo>
                  <a:pt x="6642110" y="6448287"/>
                  <a:pt x="6682550" y="6638383"/>
                  <a:pt x="6755682" y="6811285"/>
                </a:cubicBezTo>
                <a:lnTo>
                  <a:pt x="6778185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25000">
                <a:schemeClr val="accent1">
                  <a:alpha val="0"/>
                </a:schemeClr>
              </a:gs>
              <a:gs pos="100000">
                <a:schemeClr val="accent1">
                  <a:alpha val="7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4465552-B6FE-06B3-FCC4-16F284F56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" y="0"/>
            <a:ext cx="9142400" cy="51435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C8921B50-DFC1-C080-5A8D-2D2A56EA99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>
              <a:lumMod val="1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D19B7BE4-11C1-0CD0-1C54-81BDFDE2A5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5156" y="0"/>
            <a:ext cx="5906934" cy="5143500"/>
          </a:xfrm>
          <a:custGeom>
            <a:avLst/>
            <a:gdLst>
              <a:gd name="connsiteX0" fmla="*/ 0 w 7821919"/>
              <a:gd name="connsiteY0" fmla="*/ 0 h 6858000"/>
              <a:gd name="connsiteX1" fmla="*/ 6983367 w 7821919"/>
              <a:gd name="connsiteY1" fmla="*/ 0 h 6858000"/>
              <a:gd name="connsiteX2" fmla="*/ 6982269 w 7821919"/>
              <a:gd name="connsiteY2" fmla="*/ 1331 h 6858000"/>
              <a:gd name="connsiteX3" fmla="*/ 6833782 w 7821919"/>
              <a:gd name="connsiteY3" fmla="*/ 487443 h 6858000"/>
              <a:gd name="connsiteX4" fmla="*/ 6851446 w 7821919"/>
              <a:gd name="connsiteY4" fmla="*/ 662666 h 6858000"/>
              <a:gd name="connsiteX5" fmla="*/ 6857532 w 7821919"/>
              <a:gd name="connsiteY5" fmla="*/ 686333 h 6858000"/>
              <a:gd name="connsiteX6" fmla="*/ 6806927 w 7821919"/>
              <a:gd name="connsiteY6" fmla="*/ 699345 h 6858000"/>
              <a:gd name="connsiteX7" fmla="*/ 5555365 w 7821919"/>
              <a:gd name="connsiteY7" fmla="*/ 2400515 h 6858000"/>
              <a:gd name="connsiteX8" fmla="*/ 7336617 w 7821919"/>
              <a:gd name="connsiteY8" fmla="*/ 4181767 h 6858000"/>
              <a:gd name="connsiteX9" fmla="*/ 7452815 w 7821919"/>
              <a:gd name="connsiteY9" fmla="*/ 4175900 h 6858000"/>
              <a:gd name="connsiteX10" fmla="*/ 7437456 w 7821919"/>
              <a:gd name="connsiteY10" fmla="*/ 4225378 h 6858000"/>
              <a:gd name="connsiteX11" fmla="*/ 7428275 w 7821919"/>
              <a:gd name="connsiteY11" fmla="*/ 4316448 h 6858000"/>
              <a:gd name="connsiteX12" fmla="*/ 7789089 w 7821919"/>
              <a:gd name="connsiteY12" fmla="*/ 4759152 h 6858000"/>
              <a:gd name="connsiteX13" fmla="*/ 7821919 w 7821919"/>
              <a:gd name="connsiteY13" fmla="*/ 4762461 h 6858000"/>
              <a:gd name="connsiteX14" fmla="*/ 7809638 w 7821919"/>
              <a:gd name="connsiteY14" fmla="*/ 4785088 h 6858000"/>
              <a:gd name="connsiteX15" fmla="*/ 7794661 w 7821919"/>
              <a:gd name="connsiteY15" fmla="*/ 4833335 h 6858000"/>
              <a:gd name="connsiteX16" fmla="*/ 7524776 w 7821919"/>
              <a:gd name="connsiteY16" fmla="*/ 4917113 h 6858000"/>
              <a:gd name="connsiteX17" fmla="*/ 6642110 w 7821919"/>
              <a:gd name="connsiteY17" fmla="*/ 6248746 h 6858000"/>
              <a:gd name="connsiteX18" fmla="*/ 6755682 w 7821919"/>
              <a:gd name="connsiteY18" fmla="*/ 6811285 h 6858000"/>
              <a:gd name="connsiteX19" fmla="*/ 6778185 w 7821919"/>
              <a:gd name="connsiteY19" fmla="*/ 6858000 h 6858000"/>
              <a:gd name="connsiteX20" fmla="*/ 0 w 7821919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821919" h="6858000">
                <a:moveTo>
                  <a:pt x="0" y="0"/>
                </a:moveTo>
                <a:lnTo>
                  <a:pt x="6983367" y="0"/>
                </a:lnTo>
                <a:lnTo>
                  <a:pt x="6982269" y="1331"/>
                </a:lnTo>
                <a:cubicBezTo>
                  <a:pt x="6888522" y="140095"/>
                  <a:pt x="6833782" y="307376"/>
                  <a:pt x="6833782" y="487443"/>
                </a:cubicBezTo>
                <a:cubicBezTo>
                  <a:pt x="6833782" y="547466"/>
                  <a:pt x="6839864" y="606067"/>
                  <a:pt x="6851446" y="662666"/>
                </a:cubicBezTo>
                <a:lnTo>
                  <a:pt x="6857532" y="686333"/>
                </a:lnTo>
                <a:lnTo>
                  <a:pt x="6806927" y="699345"/>
                </a:lnTo>
                <a:cubicBezTo>
                  <a:pt x="6081835" y="924872"/>
                  <a:pt x="5555365" y="1601212"/>
                  <a:pt x="5555365" y="2400515"/>
                </a:cubicBezTo>
                <a:cubicBezTo>
                  <a:pt x="5555365" y="3384273"/>
                  <a:pt x="6352859" y="4181767"/>
                  <a:pt x="7336617" y="4181767"/>
                </a:cubicBezTo>
                <a:lnTo>
                  <a:pt x="7452815" y="4175900"/>
                </a:lnTo>
                <a:lnTo>
                  <a:pt x="7437456" y="4225378"/>
                </a:lnTo>
                <a:cubicBezTo>
                  <a:pt x="7431436" y="4254794"/>
                  <a:pt x="7428275" y="4285252"/>
                  <a:pt x="7428275" y="4316448"/>
                </a:cubicBezTo>
                <a:cubicBezTo>
                  <a:pt x="7428275" y="4534821"/>
                  <a:pt x="7583172" y="4717015"/>
                  <a:pt x="7789089" y="4759152"/>
                </a:cubicBezTo>
                <a:lnTo>
                  <a:pt x="7821919" y="4762461"/>
                </a:lnTo>
                <a:lnTo>
                  <a:pt x="7809638" y="4785088"/>
                </a:lnTo>
                <a:lnTo>
                  <a:pt x="7794661" y="4833335"/>
                </a:lnTo>
                <a:lnTo>
                  <a:pt x="7524776" y="4917113"/>
                </a:lnTo>
                <a:cubicBezTo>
                  <a:pt x="7006070" y="5136507"/>
                  <a:pt x="6642110" y="5650122"/>
                  <a:pt x="6642110" y="6248746"/>
                </a:cubicBezTo>
                <a:cubicBezTo>
                  <a:pt x="6642110" y="6448287"/>
                  <a:pt x="6682550" y="6638383"/>
                  <a:pt x="6755682" y="6811285"/>
                </a:cubicBezTo>
                <a:lnTo>
                  <a:pt x="6778185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15000">
                <a:schemeClr val="bg2">
                  <a:alpha val="0"/>
                </a:schemeClr>
              </a:gs>
              <a:gs pos="100000">
                <a:schemeClr val="bg2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136FDB5-6D3A-E902-C0F3-2ABA7C35E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19931" cy="51435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498E1168-45F4-EE98-0598-71872E111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0675" y="316273"/>
            <a:ext cx="725361" cy="725361"/>
          </a:xfrm>
          <a:prstGeom prst="ellipse">
            <a:avLst/>
          </a:prstGeom>
          <a:gradFill>
            <a:gsLst>
              <a:gs pos="0">
                <a:schemeClr val="bg2">
                  <a:alpha val="0"/>
                </a:schemeClr>
              </a:gs>
              <a:gs pos="100000">
                <a:schemeClr val="accent1">
                  <a:alpha val="21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07EC90-107B-CC33-EDF1-993FFAE486D6}"/>
              </a:ext>
            </a:extLst>
          </p:cNvPr>
          <p:cNvSpPr txBox="1"/>
          <p:nvPr/>
        </p:nvSpPr>
        <p:spPr>
          <a:xfrm>
            <a:off x="0" y="2061459"/>
            <a:ext cx="9133701" cy="64633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>
                <a:solidFill>
                  <a:schemeClr val="accent6">
                    <a:lumMod val="20000"/>
                    <a:lumOff val="80000"/>
                  </a:schemeClr>
                </a:solidFill>
                <a:ea typeface="Calibri"/>
                <a:cs typeface="Calibri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1143103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TM16401375[[fn=Madison]]</Template>
  <TotalTime>380</TotalTime>
  <Words>937</Words>
  <Application>Microsoft Office PowerPoint</Application>
  <PresentationFormat>On-screen Show (16:9)</PresentationFormat>
  <Paragraphs>140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MS Shell Dlg 2</vt:lpstr>
      <vt:lpstr>Times New Roman</vt:lpstr>
      <vt:lpstr>Wingdings</vt:lpstr>
      <vt:lpstr>Wingdings 3</vt:lpstr>
      <vt:lpstr>Madison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Meghana Reddy</cp:lastModifiedBy>
  <cp:revision>583</cp:revision>
  <dcterms:created xsi:type="dcterms:W3CDTF">2026-04-03T06:13:14Z</dcterms:created>
  <dcterms:modified xsi:type="dcterms:W3CDTF">2026-09-01T07:43:32Z</dcterms:modified>
</cp:coreProperties>
</file>